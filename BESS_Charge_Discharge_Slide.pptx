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SS charge and discharge" id="{0570579b-efe5-77ed-5a2e-05779ea38de3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6492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Classification: Internal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BESS charges from the grid and discharges back to it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Midday: surplus solar is stored as DC in the cells. Evening: the same path runs in reverse to feed the peak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344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Charging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(midday)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1234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/ grid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Surplus AC power at 33 kV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47872" y="1668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8620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1234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voltage down to ~0.6-0.8 kV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05272" y="1668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1234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PCS (rectifier)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Converts AC → DC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62672" y="1668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0100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1234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Racks + BMS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~1,280 V DC; BMS limits current and voltage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20072" y="1668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05840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0" y="1234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Cells store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Li⁺ moves cathode → graphite anode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23774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Discharging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(evening peak)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2377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28800" y="2377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Cells release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Li⁺ moves back to cathode; e⁻ flow 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47872" y="2811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86200" y="2377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2377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Racks + BMS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out; BMS stops at low SOC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05272" y="2811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43600" y="2377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2377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PCS (inverter)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Converts DC → AC at 50 Hz, synced to grid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62672" y="2811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01000" y="2377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01000" y="2377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voltage up to 11-33 kV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720072" y="2811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058400" y="2377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0" y="2377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/ DISCOM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reaches homes and industry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828800" y="32918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equipment both ways: the PCS works as a rectifier while charging and as an inverter while discharging.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365760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Charging vs discharging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31920"/>
          <a:ext cx="11430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617720"/>
                <a:gridCol w="4617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Charging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Discharging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Midday, when solar is surplus and power is cheap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Evening peak after sunset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decides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EMS follows SLDC / DISCOM schedule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EMS follows SLDC / DISCOM schedule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Inside the cell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LiFePO₄ → FePO₄ + Li⁺ + e⁻ ; Li⁺ goes into graphite (LiC₆)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LiC₆ → 6C + Li⁺ + e⁻ ; Li⁺ returns to FePO₄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BMS stops at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Upper voltage limit (~3.65 V per cell) or full SOC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Lower voltage limit (~2.5-2.8 V per cell) or minimum SOC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Example: 1 MW / 2 MWh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Draws ~2.35 MWh over ~2-2.5 hours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Delivers 2 MWh over 2 hours at 1 MW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Losses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~15% lost in PCS, transformer, cells and cooling (tenders require ≥85% round-trip efficiency)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37" name="Text 34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[1] BESS Deep Research Report (ev repo, sections 4.1, 5.3, 11.6); [2] SolarQuarter – SECI 50 MW / 100 MWh tender (≥85% AC-to-AC RTE). Example energy is own calculation: 2 MWh ÷ 0.85 ≈ 2.35 MWh.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14400"/>
            <a:ext cx="11430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 BESS Deep Research Report, Oct 2026 – ev repo (Crypto-ashish/ev)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https://github.com/Crypto-ashish/ev/blob/main/BESS_Deep_Research_Report_Oct2026.docx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 SolarQuarter – SECI invites bids for 50 MW / 100 MWh standalone energy storage system (Aug 2026)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https://solarquarter.com/2026/08/29/seci-invites-bids-for-50-mw-100-mwh-standalone-energy-storage-system/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SS Plain">
  <a:themeElements>
    <a:clrScheme name="BESS Plain">
      <a:dk1>
        <a:srgbClr val="000000"/>
      </a:dk1>
      <a:lt1>
        <a:srgbClr val="FFFFFF"/>
      </a:lt1>
      <a:dk2>
        <a:srgbClr val="1F3864"/>
      </a:dk2>
      <a:lt2>
        <a:srgbClr val="F2F2F2"/>
      </a:lt2>
      <a:accent1>
        <a:srgbClr val="1F4E79"/>
      </a:accent1>
      <a:accent2>
        <a:srgbClr val="D9E2F3"/>
      </a:accent2>
      <a:accent3>
        <a:srgbClr val="7F7F7F"/>
      </a:accent3>
      <a:accent4>
        <a:srgbClr val="C00000"/>
      </a:accent4>
      <a:accent5>
        <a:srgbClr val="BDD7EE"/>
      </a:accent5>
      <a:accent6>
        <a:srgbClr val="595959"/>
      </a:accent6>
      <a:hlink>
        <a:srgbClr val="1F4E79"/>
      </a:hlink>
      <a:folHlink>
        <a:srgbClr val="595959"/>
      </a:folHlink>
    </a:clrScheme>
    <a:fontScheme name="BESS Plain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2026-10-23T13:05:09Z</dcterms:created>
  <dcterms:modified xsi:type="dcterms:W3CDTF">2026-10-23T13:05:09Z</dcterms:modified>
</cp:coreProperties>
</file>