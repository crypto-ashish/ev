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147483495" r:id="rId3"/>
    <p:sldId id="257" r:id="rId4"/>
    <p:sldId id="258" r:id="rId5"/>
    <p:sldId id="2147483496" r:id="rId6"/>
    <p:sldId id="2147483497" r:id="rId7"/>
    <p:sldId id="2147483498" r:id="rId8"/>
    <p:sldId id="2147483486" r:id="rId9"/>
    <p:sldId id="2147483494" r:id="rId10"/>
    <p:sldId id="2147483499" r:id="rId11"/>
    <p:sldId id="214748350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320B0F-B607-480B-85C1-D36299AC9736}" v="14" dt="2026-10-23T13:07:22.6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/Singh Ashishpreet, DM(CP-PR1)" userId="5d539f2e-fc82-4b5e-8e72-bca0640318f8" providerId="ADAL" clId="{7EEB6956-DF9D-4111-BA46-0274EF63FE29}"/>
    <pc:docChg chg="undo custSel mod addSld delSld modSld modMainMaster">
      <pc:chgData name="HO/Singh Ashishpreet, DM(CP-PR1)" userId="5d539f2e-fc82-4b5e-8e72-bca0640318f8" providerId="ADAL" clId="{7EEB6956-DF9D-4111-BA46-0274EF63FE29}" dt="2026-10-23T13:11:19.879" v="281" actId="20577"/>
      <pc:docMkLst>
        <pc:docMk/>
      </pc:docMkLst>
      <pc:sldChg chg="addSp delSp modSp new mod">
        <pc:chgData name="HO/Singh Ashishpreet, DM(CP-PR1)" userId="5d539f2e-fc82-4b5e-8e72-bca0640318f8" providerId="ADAL" clId="{7EEB6956-DF9D-4111-BA46-0274EF63FE29}" dt="2026-10-23T12:59:43.136" v="257" actId="403"/>
        <pc:sldMkLst>
          <pc:docMk/>
          <pc:sldMk cId="2099006601" sldId="256"/>
        </pc:sldMkLst>
        <pc:spChg chg="del">
          <ac:chgData name="HO/Singh Ashishpreet, DM(CP-PR1)" userId="5d539f2e-fc82-4b5e-8e72-bca0640318f8" providerId="ADAL" clId="{7EEB6956-DF9D-4111-BA46-0274EF63FE29}" dt="2026-10-23T11:55:33.221" v="3" actId="478"/>
          <ac:spMkLst>
            <pc:docMk/>
            <pc:sldMk cId="2099006601" sldId="256"/>
            <ac:spMk id="2" creationId="{CFEE48DE-E79C-5030-66F9-29EDF9E2F580}"/>
          </ac:spMkLst>
        </pc:spChg>
        <pc:spChg chg="del">
          <ac:chgData name="HO/Singh Ashishpreet, DM(CP-PR1)" userId="5d539f2e-fc82-4b5e-8e72-bca0640318f8" providerId="ADAL" clId="{7EEB6956-DF9D-4111-BA46-0274EF63FE29}" dt="2026-10-23T11:55:35.465" v="4" actId="478"/>
          <ac:spMkLst>
            <pc:docMk/>
            <pc:sldMk cId="2099006601" sldId="256"/>
            <ac:spMk id="3" creationId="{64BE8FBD-A362-2780-6C4C-062515FBCC71}"/>
          </ac:spMkLst>
        </pc:spChg>
        <pc:spChg chg="add mod">
          <ac:chgData name="HO/Singh Ashishpreet, DM(CP-PR1)" userId="5d539f2e-fc82-4b5e-8e72-bca0640318f8" providerId="ADAL" clId="{7EEB6956-DF9D-4111-BA46-0274EF63FE29}" dt="2026-10-23T12:59:43.136" v="257" actId="403"/>
          <ac:spMkLst>
            <pc:docMk/>
            <pc:sldMk cId="2099006601" sldId="256"/>
            <ac:spMk id="4" creationId="{136C7942-CA25-09F7-D87C-ED9E323D6272}"/>
          </ac:spMkLst>
        </pc:spChg>
      </pc:sldChg>
      <pc:sldChg chg="modSp add mod">
        <pc:chgData name="HO/Singh Ashishpreet, DM(CP-PR1)" userId="5d539f2e-fc82-4b5e-8e72-bca0640318f8" providerId="ADAL" clId="{7EEB6956-DF9D-4111-BA46-0274EF63FE29}" dt="2026-10-23T13:00:00.344" v="262" actId="207"/>
        <pc:sldMkLst>
          <pc:docMk/>
          <pc:sldMk cId="0" sldId="257"/>
        </pc:sldMkLst>
        <pc:spChg chg="mod">
          <ac:chgData name="HO/Singh Ashishpreet, DM(CP-PR1)" userId="5d539f2e-fc82-4b5e-8e72-bca0640318f8" providerId="ADAL" clId="{7EEB6956-DF9D-4111-BA46-0274EF63FE29}" dt="2026-10-23T11:59:37.636" v="13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HO/Singh Ashishpreet, DM(CP-PR1)" userId="5d539f2e-fc82-4b5e-8e72-bca0640318f8" providerId="ADAL" clId="{7EEB6956-DF9D-4111-BA46-0274EF63FE29}" dt="2026-10-23T11:59:18.937" v="11" actId="403"/>
          <ac:spMkLst>
            <pc:docMk/>
            <pc:sldMk cId="0" sldId="257"/>
            <ac:spMk id="3" creationId="{00000000-0000-0000-0000-000000000000}"/>
          </ac:spMkLst>
        </pc:spChg>
        <pc:spChg chg="mod">
          <ac:chgData name="HO/Singh Ashishpreet, DM(CP-PR1)" userId="5d539f2e-fc82-4b5e-8e72-bca0640318f8" providerId="ADAL" clId="{7EEB6956-DF9D-4111-BA46-0274EF63FE29}" dt="2026-10-23T12:01:39.022" v="36" actId="403"/>
          <ac:spMkLst>
            <pc:docMk/>
            <pc:sldMk cId="0" sldId="257"/>
            <ac:spMk id="4" creationId="{00000000-0000-0000-0000-000000000000}"/>
          </ac:spMkLst>
        </pc:spChg>
        <pc:spChg chg="mod">
          <ac:chgData name="HO/Singh Ashishpreet, DM(CP-PR1)" userId="5d539f2e-fc82-4b5e-8e72-bca0640318f8" providerId="ADAL" clId="{7EEB6956-DF9D-4111-BA46-0274EF63FE29}" dt="2026-10-23T12:01:27.721" v="28" actId="403"/>
          <ac:spMkLst>
            <pc:docMk/>
            <pc:sldMk cId="0" sldId="257"/>
            <ac:spMk id="6" creationId="{00000000-0000-0000-0000-000000000000}"/>
          </ac:spMkLst>
        </pc:spChg>
        <pc:spChg chg="mod">
          <ac:chgData name="HO/Singh Ashishpreet, DM(CP-PR1)" userId="5d539f2e-fc82-4b5e-8e72-bca0640318f8" providerId="ADAL" clId="{7EEB6956-DF9D-4111-BA46-0274EF63FE29}" dt="2026-10-23T12:01:33.192" v="32" actId="403"/>
          <ac:spMkLst>
            <pc:docMk/>
            <pc:sldMk cId="0" sldId="257"/>
            <ac:spMk id="8" creationId="{00000000-0000-0000-0000-000000000000}"/>
          </ac:spMkLst>
        </pc:spChg>
        <pc:spChg chg="mod">
          <ac:chgData name="HO/Singh Ashishpreet, DM(CP-PR1)" userId="5d539f2e-fc82-4b5e-8e72-bca0640318f8" providerId="ADAL" clId="{7EEB6956-DF9D-4111-BA46-0274EF63FE29}" dt="2026-10-23T13:00:00.344" v="262" actId="20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HO/Singh Ashishpreet, DM(CP-PR1)" userId="5d539f2e-fc82-4b5e-8e72-bca0640318f8" providerId="ADAL" clId="{7EEB6956-DF9D-4111-BA46-0274EF63FE29}" dt="2026-10-23T12:59:53.915" v="260" actId="207"/>
          <ac:spMkLst>
            <pc:docMk/>
            <pc:sldMk cId="0" sldId="257"/>
            <ac:spMk id="11" creationId="{00000000-0000-0000-0000-000000000000}"/>
          </ac:spMkLst>
        </pc:spChg>
        <pc:graphicFrameChg chg="modGraphic">
          <ac:chgData name="HO/Singh Ashishpreet, DM(CP-PR1)" userId="5d539f2e-fc82-4b5e-8e72-bca0640318f8" providerId="ADAL" clId="{7EEB6956-DF9D-4111-BA46-0274EF63FE29}" dt="2026-10-23T12:00:02.091" v="17" actId="255"/>
          <ac:graphicFrameMkLst>
            <pc:docMk/>
            <pc:sldMk cId="0" sldId="257"/>
            <ac:graphicFrameMk id="5" creationId="{00000000-0000-0000-0000-000000000000}"/>
          </ac:graphicFrameMkLst>
        </pc:graphicFrameChg>
        <pc:graphicFrameChg chg="modGraphic">
          <ac:chgData name="HO/Singh Ashishpreet, DM(CP-PR1)" userId="5d539f2e-fc82-4b5e-8e72-bca0640318f8" providerId="ADAL" clId="{7EEB6956-DF9D-4111-BA46-0274EF63FE29}" dt="2026-10-23T12:00:39.896" v="24" actId="122"/>
          <ac:graphicFrameMkLst>
            <pc:docMk/>
            <pc:sldMk cId="0" sldId="257"/>
            <ac:graphicFrameMk id="7" creationId="{00000000-0000-0000-0000-000000000000}"/>
          </ac:graphicFrameMkLst>
        </pc:graphicFrameChg>
        <pc:graphicFrameChg chg="modGraphic">
          <ac:chgData name="HO/Singh Ashishpreet, DM(CP-PR1)" userId="5d539f2e-fc82-4b5e-8e72-bca0640318f8" providerId="ADAL" clId="{7EEB6956-DF9D-4111-BA46-0274EF63FE29}" dt="2026-10-23T11:59:55.411" v="16" actId="255"/>
          <ac:graphicFrameMkLst>
            <pc:docMk/>
            <pc:sldMk cId="0" sldId="257"/>
            <ac:graphicFrameMk id="9" creationId="{00000000-0000-0000-0000-000000000000}"/>
          </ac:graphicFrameMkLst>
        </pc:graphicFrameChg>
      </pc:sldChg>
      <pc:sldChg chg="delSp modSp add mod">
        <pc:chgData name="HO/Singh Ashishpreet, DM(CP-PR1)" userId="5d539f2e-fc82-4b5e-8e72-bca0640318f8" providerId="ADAL" clId="{7EEB6956-DF9D-4111-BA46-0274EF63FE29}" dt="2026-10-23T12:21:04.332" v="192" actId="20577"/>
        <pc:sldMkLst>
          <pc:docMk/>
          <pc:sldMk cId="0" sldId="258"/>
        </pc:sldMkLst>
        <pc:spChg chg="mod">
          <ac:chgData name="HO/Singh Ashishpreet, DM(CP-PR1)" userId="5d539f2e-fc82-4b5e-8e72-bca0640318f8" providerId="ADAL" clId="{7EEB6956-DF9D-4111-BA46-0274EF63FE29}" dt="2026-10-23T12:09:44.982" v="70" actId="113"/>
          <ac:spMkLst>
            <pc:docMk/>
            <pc:sldMk cId="0" sldId="258"/>
            <ac:spMk id="3" creationId="{00000000-0000-0000-0000-000000000000}"/>
          </ac:spMkLst>
        </pc:spChg>
        <pc:spChg chg="mod">
          <ac:chgData name="HO/Singh Ashishpreet, DM(CP-PR1)" userId="5d539f2e-fc82-4b5e-8e72-bca0640318f8" providerId="ADAL" clId="{7EEB6956-DF9D-4111-BA46-0274EF63FE29}" dt="2026-10-23T12:09:11.024" v="61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HO/Singh Ashishpreet, DM(CP-PR1)" userId="5d539f2e-fc82-4b5e-8e72-bca0640318f8" providerId="ADAL" clId="{7EEB6956-DF9D-4111-BA46-0274EF63FE29}" dt="2026-10-23T12:09:24.041" v="68" actId="403"/>
          <ac:spMkLst>
            <pc:docMk/>
            <pc:sldMk cId="0" sldId="258"/>
            <ac:spMk id="6" creationId="{00000000-0000-0000-0000-000000000000}"/>
          </ac:spMkLst>
        </pc:spChg>
        <pc:spChg chg="del">
          <ac:chgData name="HO/Singh Ashishpreet, DM(CP-PR1)" userId="5d539f2e-fc82-4b5e-8e72-bca0640318f8" providerId="ADAL" clId="{7EEB6956-DF9D-4111-BA46-0274EF63FE29}" dt="2026-10-23T12:09:15.514" v="62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HO/Singh Ashishpreet, DM(CP-PR1)" userId="5d539f2e-fc82-4b5e-8e72-bca0640318f8" providerId="ADAL" clId="{7EEB6956-DF9D-4111-BA46-0274EF63FE29}" dt="2026-10-23T12:09:15.514" v="62" actId="478"/>
          <ac:spMkLst>
            <pc:docMk/>
            <pc:sldMk cId="0" sldId="258"/>
            <ac:spMk id="9" creationId="{00000000-0000-0000-0000-000000000000}"/>
          </ac:spMkLst>
        </pc:spChg>
        <pc:spChg chg="mod">
          <ac:chgData name="HO/Singh Ashishpreet, DM(CP-PR1)" userId="5d539f2e-fc82-4b5e-8e72-bca0640318f8" providerId="ADAL" clId="{7EEB6956-DF9D-4111-BA46-0274EF63FE29}" dt="2026-10-23T12:10:19.740" v="75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HO/Singh Ashishpreet, DM(CP-PR1)" userId="5d539f2e-fc82-4b5e-8e72-bca0640318f8" providerId="ADAL" clId="{7EEB6956-DF9D-4111-BA46-0274EF63FE29}" dt="2026-10-23T12:10:00.985" v="72" actId="20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HO/Singh Ashishpreet, DM(CP-PR1)" userId="5d539f2e-fc82-4b5e-8e72-bca0640318f8" providerId="ADAL" clId="{7EEB6956-DF9D-4111-BA46-0274EF63FE29}" dt="2026-10-23T12:21:04.332" v="192" actId="20577"/>
          <ac:spMkLst>
            <pc:docMk/>
            <pc:sldMk cId="0" sldId="258"/>
            <ac:spMk id="13" creationId="{00000000-0000-0000-0000-000000000000}"/>
          </ac:spMkLst>
        </pc:spChg>
        <pc:graphicFrameChg chg="mod modGraphic">
          <ac:chgData name="HO/Singh Ashishpreet, DM(CP-PR1)" userId="5d539f2e-fc82-4b5e-8e72-bca0640318f8" providerId="ADAL" clId="{7EEB6956-DF9D-4111-BA46-0274EF63FE29}" dt="2026-10-23T12:09:03.383" v="60" actId="1076"/>
          <ac:graphicFrameMkLst>
            <pc:docMk/>
            <pc:sldMk cId="0" sldId="258"/>
            <ac:graphicFrameMk id="5" creationId="{00000000-0000-0000-0000-000000000000}"/>
          </ac:graphicFrameMkLst>
        </pc:graphicFrameChg>
        <pc:graphicFrameChg chg="del">
          <ac:chgData name="HO/Singh Ashishpreet, DM(CP-PR1)" userId="5d539f2e-fc82-4b5e-8e72-bca0640318f8" providerId="ADAL" clId="{7EEB6956-DF9D-4111-BA46-0274EF63FE29}" dt="2026-10-23T12:09:15.514" v="62" actId="478"/>
          <ac:graphicFrameMkLst>
            <pc:docMk/>
            <pc:sldMk cId="0" sldId="258"/>
            <ac:graphicFrameMk id="8" creationId="{00000000-0000-0000-0000-000000000000}"/>
          </ac:graphicFrameMkLst>
        </pc:graphicFrameChg>
        <pc:graphicFrameChg chg="modGraphic">
          <ac:chgData name="HO/Singh Ashishpreet, DM(CP-PR1)" userId="5d539f2e-fc82-4b5e-8e72-bca0640318f8" providerId="ADAL" clId="{7EEB6956-DF9D-4111-BA46-0274EF63FE29}" dt="2026-10-23T12:10:11.412" v="73" actId="2166"/>
          <ac:graphicFrameMkLst>
            <pc:docMk/>
            <pc:sldMk cId="0" sldId="258"/>
            <ac:graphicFrameMk id="11" creationId="{00000000-0000-0000-0000-000000000000}"/>
          </ac:graphicFrameMkLst>
        </pc:graphicFrameChg>
      </pc:sldChg>
      <pc:sldChg chg="add">
        <pc:chgData name="HO/Singh Ashishpreet, DM(CP-PR1)" userId="5d539f2e-fc82-4b5e-8e72-bca0640318f8" providerId="ADAL" clId="{7EEB6956-DF9D-4111-BA46-0274EF63FE29}" dt="2026-10-23T11:56:36.831" v="6"/>
        <pc:sldMkLst>
          <pc:docMk/>
          <pc:sldMk cId="2079035522" sldId="2147483486"/>
        </pc:sldMkLst>
      </pc:sldChg>
      <pc:sldChg chg="delSp modSp add del mod">
        <pc:chgData name="HO/Singh Ashishpreet, DM(CP-PR1)" userId="5d539f2e-fc82-4b5e-8e72-bca0640318f8" providerId="ADAL" clId="{7EEB6956-DF9D-4111-BA46-0274EF63FE29}" dt="2026-10-23T12:55:05.901" v="236" actId="47"/>
        <pc:sldMkLst>
          <pc:docMk/>
          <pc:sldMk cId="2887138330" sldId="2147483491"/>
        </pc:sldMkLst>
        <pc:spChg chg="mod">
          <ac:chgData name="HO/Singh Ashishpreet, DM(CP-PR1)" userId="5d539f2e-fc82-4b5e-8e72-bca0640318f8" providerId="ADAL" clId="{7EEB6956-DF9D-4111-BA46-0274EF63FE29}" dt="2026-10-23T12:54:31.302" v="235" actId="20577"/>
          <ac:spMkLst>
            <pc:docMk/>
            <pc:sldMk cId="2887138330" sldId="2147483491"/>
            <ac:spMk id="3" creationId="{1430AC85-C347-CD8F-5D45-9BB0ECBFB5B1}"/>
          </ac:spMkLst>
        </pc:spChg>
        <pc:spChg chg="del">
          <ac:chgData name="HO/Singh Ashishpreet, DM(CP-PR1)" userId="5d539f2e-fc82-4b5e-8e72-bca0640318f8" providerId="ADAL" clId="{7EEB6956-DF9D-4111-BA46-0274EF63FE29}" dt="2026-10-23T12:54:24.414" v="227" actId="478"/>
          <ac:spMkLst>
            <pc:docMk/>
            <pc:sldMk cId="2887138330" sldId="2147483491"/>
            <ac:spMk id="50" creationId="{19A8B9E2-8B85-0798-B636-1FEB3FE70931}"/>
          </ac:spMkLst>
        </pc:spChg>
        <pc:spChg chg="del">
          <ac:chgData name="HO/Singh Ashishpreet, DM(CP-PR1)" userId="5d539f2e-fc82-4b5e-8e72-bca0640318f8" providerId="ADAL" clId="{7EEB6956-DF9D-4111-BA46-0274EF63FE29}" dt="2026-10-23T12:54:24.414" v="227" actId="478"/>
          <ac:spMkLst>
            <pc:docMk/>
            <pc:sldMk cId="2887138330" sldId="2147483491"/>
            <ac:spMk id="52" creationId="{21581237-63C5-BAA5-40E8-DB9BBE4EB637}"/>
          </ac:spMkLst>
        </pc:spChg>
        <pc:spChg chg="del">
          <ac:chgData name="HO/Singh Ashishpreet, DM(CP-PR1)" userId="5d539f2e-fc82-4b5e-8e72-bca0640318f8" providerId="ADAL" clId="{7EEB6956-DF9D-4111-BA46-0274EF63FE29}" dt="2026-10-23T12:54:24.414" v="227" actId="478"/>
          <ac:spMkLst>
            <pc:docMk/>
            <pc:sldMk cId="2887138330" sldId="2147483491"/>
            <ac:spMk id="64" creationId="{BEA5A18B-BFB3-23EB-C36B-DE58BF42903B}"/>
          </ac:spMkLst>
        </pc:spChg>
        <pc:spChg chg="del">
          <ac:chgData name="HO/Singh Ashishpreet, DM(CP-PR1)" userId="5d539f2e-fc82-4b5e-8e72-bca0640318f8" providerId="ADAL" clId="{7EEB6956-DF9D-4111-BA46-0274EF63FE29}" dt="2026-10-23T12:54:24.414" v="227" actId="478"/>
          <ac:spMkLst>
            <pc:docMk/>
            <pc:sldMk cId="2887138330" sldId="2147483491"/>
            <ac:spMk id="67" creationId="{239D3ADE-CA7A-BFDE-91F3-76A54FEDA182}"/>
          </ac:spMkLst>
        </pc:spChg>
        <pc:spChg chg="del">
          <ac:chgData name="HO/Singh Ashishpreet, DM(CP-PR1)" userId="5d539f2e-fc82-4b5e-8e72-bca0640318f8" providerId="ADAL" clId="{7EEB6956-DF9D-4111-BA46-0274EF63FE29}" dt="2026-10-23T12:54:24.414" v="227" actId="478"/>
          <ac:spMkLst>
            <pc:docMk/>
            <pc:sldMk cId="2887138330" sldId="2147483491"/>
            <ac:spMk id="72" creationId="{CAB2AF49-C4F8-FD13-3E6B-0439ACC884E7}"/>
          </ac:spMkLst>
        </pc:spChg>
        <pc:spChg chg="del">
          <ac:chgData name="HO/Singh Ashishpreet, DM(CP-PR1)" userId="5d539f2e-fc82-4b5e-8e72-bca0640318f8" providerId="ADAL" clId="{7EEB6956-DF9D-4111-BA46-0274EF63FE29}" dt="2026-10-23T12:54:24.414" v="227" actId="478"/>
          <ac:spMkLst>
            <pc:docMk/>
            <pc:sldMk cId="2887138330" sldId="2147483491"/>
            <ac:spMk id="75" creationId="{0E82658E-7DAB-54AF-6259-02225F2251AF}"/>
          </ac:spMkLst>
        </pc:spChg>
        <pc:spChg chg="del">
          <ac:chgData name="HO/Singh Ashishpreet, DM(CP-PR1)" userId="5d539f2e-fc82-4b5e-8e72-bca0640318f8" providerId="ADAL" clId="{7EEB6956-DF9D-4111-BA46-0274EF63FE29}" dt="2026-10-23T12:54:24.414" v="227" actId="478"/>
          <ac:spMkLst>
            <pc:docMk/>
            <pc:sldMk cId="2887138330" sldId="2147483491"/>
            <ac:spMk id="83" creationId="{BD645AA2-20A6-B0B9-0DD6-78131BFF7221}"/>
          </ac:spMkLst>
        </pc:spChg>
        <pc:spChg chg="del">
          <ac:chgData name="HO/Singh Ashishpreet, DM(CP-PR1)" userId="5d539f2e-fc82-4b5e-8e72-bca0640318f8" providerId="ADAL" clId="{7EEB6956-DF9D-4111-BA46-0274EF63FE29}" dt="2026-10-23T12:54:24.414" v="227" actId="478"/>
          <ac:spMkLst>
            <pc:docMk/>
            <pc:sldMk cId="2887138330" sldId="2147483491"/>
            <ac:spMk id="87" creationId="{47619BFD-5825-338E-38EF-B0403FCBCDF1}"/>
          </ac:spMkLst>
        </pc:spChg>
        <pc:spChg chg="del">
          <ac:chgData name="HO/Singh Ashishpreet, DM(CP-PR1)" userId="5d539f2e-fc82-4b5e-8e72-bca0640318f8" providerId="ADAL" clId="{7EEB6956-DF9D-4111-BA46-0274EF63FE29}" dt="2026-10-23T12:54:24.414" v="227" actId="478"/>
          <ac:spMkLst>
            <pc:docMk/>
            <pc:sldMk cId="2887138330" sldId="2147483491"/>
            <ac:spMk id="90" creationId="{610758C1-E1A2-4A88-456F-E13383ECA373}"/>
          </ac:spMkLst>
        </pc:spChg>
        <pc:spChg chg="del">
          <ac:chgData name="HO/Singh Ashishpreet, DM(CP-PR1)" userId="5d539f2e-fc82-4b5e-8e72-bca0640318f8" providerId="ADAL" clId="{7EEB6956-DF9D-4111-BA46-0274EF63FE29}" dt="2026-10-23T12:54:24.414" v="227" actId="478"/>
          <ac:spMkLst>
            <pc:docMk/>
            <pc:sldMk cId="2887138330" sldId="2147483491"/>
            <ac:spMk id="97" creationId="{E4A35A82-D3B4-AD84-60AB-6118D63FC4C1}"/>
          </ac:spMkLst>
        </pc:spChg>
      </pc:sldChg>
      <pc:sldChg chg="add">
        <pc:chgData name="HO/Singh Ashishpreet, DM(CP-PR1)" userId="5d539f2e-fc82-4b5e-8e72-bca0640318f8" providerId="ADAL" clId="{7EEB6956-DF9D-4111-BA46-0274EF63FE29}" dt="2026-10-23T11:55:47.531" v="5"/>
        <pc:sldMkLst>
          <pc:docMk/>
          <pc:sldMk cId="1196900874" sldId="2147483494"/>
        </pc:sldMkLst>
      </pc:sldChg>
      <pc:sldChg chg="modSp add mod">
        <pc:chgData name="HO/Singh Ashishpreet, DM(CP-PR1)" userId="5d539f2e-fc82-4b5e-8e72-bca0640318f8" providerId="ADAL" clId="{7EEB6956-DF9D-4111-BA46-0274EF63FE29}" dt="2026-10-23T12:32:06.141" v="223" actId="14734"/>
        <pc:sldMkLst>
          <pc:docMk/>
          <pc:sldMk cId="0" sldId="2147483495"/>
        </pc:sldMkLst>
        <pc:spChg chg="mod">
          <ac:chgData name="HO/Singh Ashishpreet, DM(CP-PR1)" userId="5d539f2e-fc82-4b5e-8e72-bca0640318f8" providerId="ADAL" clId="{7EEB6956-DF9D-4111-BA46-0274EF63FE29}" dt="2026-10-23T12:06:12.721" v="54" actId="207"/>
          <ac:spMkLst>
            <pc:docMk/>
            <pc:sldMk cId="0" sldId="2147483495"/>
            <ac:spMk id="3" creationId="{00000000-0000-0000-0000-000000000000}"/>
          </ac:spMkLst>
        </pc:spChg>
        <pc:spChg chg="mod">
          <ac:chgData name="HO/Singh Ashishpreet, DM(CP-PR1)" userId="5d539f2e-fc82-4b5e-8e72-bca0640318f8" providerId="ADAL" clId="{7EEB6956-DF9D-4111-BA46-0274EF63FE29}" dt="2026-10-23T12:05:57.451" v="50" actId="1076"/>
          <ac:spMkLst>
            <pc:docMk/>
            <pc:sldMk cId="0" sldId="2147483495"/>
            <ac:spMk id="10" creationId="{00000000-0000-0000-0000-000000000000}"/>
          </ac:spMkLst>
        </pc:spChg>
        <pc:graphicFrameChg chg="modGraphic">
          <ac:chgData name="HO/Singh Ashishpreet, DM(CP-PR1)" userId="5d539f2e-fc82-4b5e-8e72-bca0640318f8" providerId="ADAL" clId="{7EEB6956-DF9D-4111-BA46-0274EF63FE29}" dt="2026-10-23T12:32:06.141" v="223" actId="14734"/>
          <ac:graphicFrameMkLst>
            <pc:docMk/>
            <pc:sldMk cId="0" sldId="2147483495"/>
            <ac:graphicFrameMk id="5" creationId="{00000000-0000-0000-0000-000000000000}"/>
          </ac:graphicFrameMkLst>
        </pc:graphicFrameChg>
        <pc:graphicFrameChg chg="modGraphic">
          <ac:chgData name="HO/Singh Ashishpreet, DM(CP-PR1)" userId="5d539f2e-fc82-4b5e-8e72-bca0640318f8" providerId="ADAL" clId="{7EEB6956-DF9D-4111-BA46-0274EF63FE29}" dt="2026-10-23T12:05:45.638" v="49" actId="255"/>
          <ac:graphicFrameMkLst>
            <pc:docMk/>
            <pc:sldMk cId="0" sldId="2147483495"/>
            <ac:graphicFrameMk id="7" creationId="{00000000-0000-0000-0000-000000000000}"/>
          </ac:graphicFrameMkLst>
        </pc:graphicFrameChg>
        <pc:graphicFrameChg chg="modGraphic">
          <ac:chgData name="HO/Singh Ashishpreet, DM(CP-PR1)" userId="5d539f2e-fc82-4b5e-8e72-bca0640318f8" providerId="ADAL" clId="{7EEB6956-DF9D-4111-BA46-0274EF63FE29}" dt="2026-10-23T12:05:40.520" v="48" actId="404"/>
          <ac:graphicFrameMkLst>
            <pc:docMk/>
            <pc:sldMk cId="0" sldId="2147483495"/>
            <ac:graphicFrameMk id="9" creationId="{00000000-0000-0000-0000-000000000000}"/>
          </ac:graphicFrameMkLst>
        </pc:graphicFrameChg>
      </pc:sldChg>
      <pc:sldChg chg="addSp delSp modSp new mod">
        <pc:chgData name="HO/Singh Ashishpreet, DM(CP-PR1)" userId="5d539f2e-fc82-4b5e-8e72-bca0640318f8" providerId="ADAL" clId="{7EEB6956-DF9D-4111-BA46-0274EF63FE29}" dt="2026-10-23T12:22:38.692" v="219" actId="20577"/>
        <pc:sldMkLst>
          <pc:docMk/>
          <pc:sldMk cId="2964740128" sldId="2147483496"/>
        </pc:sldMkLst>
        <pc:spChg chg="del">
          <ac:chgData name="HO/Singh Ashishpreet, DM(CP-PR1)" userId="5d539f2e-fc82-4b5e-8e72-bca0640318f8" providerId="ADAL" clId="{7EEB6956-DF9D-4111-BA46-0274EF63FE29}" dt="2026-10-23T12:11:38.755" v="83" actId="478"/>
          <ac:spMkLst>
            <pc:docMk/>
            <pc:sldMk cId="2964740128" sldId="2147483496"/>
            <ac:spMk id="2" creationId="{DA8B42A1-C7FC-8BD5-4E4A-83BB32ED96ED}"/>
          </ac:spMkLst>
        </pc:spChg>
        <pc:spChg chg="add mod">
          <ac:chgData name="HO/Singh Ashishpreet, DM(CP-PR1)" userId="5d539f2e-fc82-4b5e-8e72-bca0640318f8" providerId="ADAL" clId="{7EEB6956-DF9D-4111-BA46-0274EF63FE29}" dt="2026-10-23T12:11:36.728" v="82"/>
          <ac:spMkLst>
            <pc:docMk/>
            <pc:sldMk cId="2964740128" sldId="2147483496"/>
            <ac:spMk id="4" creationId="{8B18AABA-E536-D9D5-BB37-52B2C793D39F}"/>
          </ac:spMkLst>
        </pc:spChg>
        <pc:spChg chg="add mod">
          <ac:chgData name="HO/Singh Ashishpreet, DM(CP-PR1)" userId="5d539f2e-fc82-4b5e-8e72-bca0640318f8" providerId="ADAL" clId="{7EEB6956-DF9D-4111-BA46-0274EF63FE29}" dt="2026-10-23T12:12:13.500" v="89" actId="14100"/>
          <ac:spMkLst>
            <pc:docMk/>
            <pc:sldMk cId="2964740128" sldId="2147483496"/>
            <ac:spMk id="6" creationId="{5D47C744-FE97-503E-7435-F840B0B2A4EC}"/>
          </ac:spMkLst>
        </pc:spChg>
        <pc:spChg chg="add mod">
          <ac:chgData name="HO/Singh Ashishpreet, DM(CP-PR1)" userId="5d539f2e-fc82-4b5e-8e72-bca0640318f8" providerId="ADAL" clId="{7EEB6956-DF9D-4111-BA46-0274EF63FE29}" dt="2026-10-23T12:22:38.692" v="219" actId="20577"/>
          <ac:spMkLst>
            <pc:docMk/>
            <pc:sldMk cId="2964740128" sldId="2147483496"/>
            <ac:spMk id="10" creationId="{473FAA1F-3557-EFB2-6546-EBDFF59910AD}"/>
          </ac:spMkLst>
        </pc:spChg>
        <pc:graphicFrameChg chg="add mod modGraphic">
          <ac:chgData name="HO/Singh Ashishpreet, DM(CP-PR1)" userId="5d539f2e-fc82-4b5e-8e72-bca0640318f8" providerId="ADAL" clId="{7EEB6956-DF9D-4111-BA46-0274EF63FE29}" dt="2026-10-23T12:21:13.736" v="193" actId="1076"/>
          <ac:graphicFrameMkLst>
            <pc:docMk/>
            <pc:sldMk cId="2964740128" sldId="2147483496"/>
            <ac:graphicFrameMk id="8" creationId="{1847D592-64BD-FD0A-A7F4-0B8B8AA1E2EE}"/>
          </ac:graphicFrameMkLst>
        </pc:graphicFrameChg>
        <pc:picChg chg="add mod">
          <ac:chgData name="HO/Singh Ashishpreet, DM(CP-PR1)" userId="5d539f2e-fc82-4b5e-8e72-bca0640318f8" providerId="ADAL" clId="{7EEB6956-DF9D-4111-BA46-0274EF63FE29}" dt="2026-10-23T12:11:21.926" v="81" actId="14100"/>
          <ac:picMkLst>
            <pc:docMk/>
            <pc:sldMk cId="2964740128" sldId="2147483496"/>
            <ac:picMk id="3" creationId="{6485043A-A43D-F43C-3413-9C488D3D6524}"/>
          </ac:picMkLst>
        </pc:picChg>
      </pc:sldChg>
      <pc:sldChg chg="addSp delSp modSp new mod">
        <pc:chgData name="HO/Singh Ashishpreet, DM(CP-PR1)" userId="5d539f2e-fc82-4b5e-8e72-bca0640318f8" providerId="ADAL" clId="{7EEB6956-DF9D-4111-BA46-0274EF63FE29}" dt="2026-10-23T12:32:07.354" v="224" actId="1076"/>
        <pc:sldMkLst>
          <pc:docMk/>
          <pc:sldMk cId="2634206816" sldId="2147483497"/>
        </pc:sldMkLst>
        <pc:spChg chg="del">
          <ac:chgData name="HO/Singh Ashishpreet, DM(CP-PR1)" userId="5d539f2e-fc82-4b5e-8e72-bca0640318f8" providerId="ADAL" clId="{7EEB6956-DF9D-4111-BA46-0274EF63FE29}" dt="2026-10-23T12:13:35.143" v="93" actId="478"/>
          <ac:spMkLst>
            <pc:docMk/>
            <pc:sldMk cId="2634206816" sldId="2147483497"/>
            <ac:spMk id="2" creationId="{CE5E61BF-420E-01AB-D977-1F2307036138}"/>
          </ac:spMkLst>
        </pc:spChg>
        <pc:spChg chg="add mod">
          <ac:chgData name="HO/Singh Ashishpreet, DM(CP-PR1)" userId="5d539f2e-fc82-4b5e-8e72-bca0640318f8" providerId="ADAL" clId="{7EEB6956-DF9D-4111-BA46-0274EF63FE29}" dt="2026-10-23T12:13:43.053" v="95" actId="14100"/>
          <ac:spMkLst>
            <pc:docMk/>
            <pc:sldMk cId="2634206816" sldId="2147483497"/>
            <ac:spMk id="3" creationId="{99B128AC-FB0C-FAD9-DFC1-20F1CD20DCC1}"/>
          </ac:spMkLst>
        </pc:spChg>
        <pc:spChg chg="add mod">
          <ac:chgData name="HO/Singh Ashishpreet, DM(CP-PR1)" userId="5d539f2e-fc82-4b5e-8e72-bca0640318f8" providerId="ADAL" clId="{7EEB6956-DF9D-4111-BA46-0274EF63FE29}" dt="2026-10-23T12:13:43.053" v="95" actId="14100"/>
          <ac:spMkLst>
            <pc:docMk/>
            <pc:sldMk cId="2634206816" sldId="2147483497"/>
            <ac:spMk id="4" creationId="{262E5B35-FE3F-7B66-2509-A8EB41AAA3CF}"/>
          </ac:spMkLst>
        </pc:spChg>
        <pc:spChg chg="add mod">
          <ac:chgData name="HO/Singh Ashishpreet, DM(CP-PR1)" userId="5d539f2e-fc82-4b5e-8e72-bca0640318f8" providerId="ADAL" clId="{7EEB6956-DF9D-4111-BA46-0274EF63FE29}" dt="2026-10-23T12:32:07.354" v="224" actId="1076"/>
          <ac:spMkLst>
            <pc:docMk/>
            <pc:sldMk cId="2634206816" sldId="2147483497"/>
            <ac:spMk id="7" creationId="{A2D00956-EDCF-5ECA-1E80-2C6C95C39189}"/>
          </ac:spMkLst>
        </pc:spChg>
        <pc:graphicFrameChg chg="add mod modGraphic">
          <ac:chgData name="HO/Singh Ashishpreet, DM(CP-PR1)" userId="5d539f2e-fc82-4b5e-8e72-bca0640318f8" providerId="ADAL" clId="{7EEB6956-DF9D-4111-BA46-0274EF63FE29}" dt="2026-10-23T12:13:50.203" v="96" actId="255"/>
          <ac:graphicFrameMkLst>
            <pc:docMk/>
            <pc:sldMk cId="2634206816" sldId="2147483497"/>
            <ac:graphicFrameMk id="5" creationId="{15EF347A-6352-A6A3-94F0-F2997E60464F}"/>
          </ac:graphicFrameMkLst>
        </pc:graphicFrameChg>
      </pc:sldChg>
      <pc:sldChg chg="addSp delSp modSp new mod">
        <pc:chgData name="HO/Singh Ashishpreet, DM(CP-PR1)" userId="5d539f2e-fc82-4b5e-8e72-bca0640318f8" providerId="ADAL" clId="{7EEB6956-DF9D-4111-BA46-0274EF63FE29}" dt="2026-10-23T12:48:50.522" v="225" actId="14734"/>
        <pc:sldMkLst>
          <pc:docMk/>
          <pc:sldMk cId="4080742543" sldId="2147483498"/>
        </pc:sldMkLst>
        <pc:spChg chg="del">
          <ac:chgData name="HO/Singh Ashishpreet, DM(CP-PR1)" userId="5d539f2e-fc82-4b5e-8e72-bca0640318f8" providerId="ADAL" clId="{7EEB6956-DF9D-4111-BA46-0274EF63FE29}" dt="2026-10-23T12:14:44.770" v="100" actId="478"/>
          <ac:spMkLst>
            <pc:docMk/>
            <pc:sldMk cId="4080742543" sldId="2147483498"/>
            <ac:spMk id="2" creationId="{3755F360-5927-4124-9566-04B54A632121}"/>
          </ac:spMkLst>
        </pc:spChg>
        <pc:spChg chg="add mod">
          <ac:chgData name="HO/Singh Ashishpreet, DM(CP-PR1)" userId="5d539f2e-fc82-4b5e-8e72-bca0640318f8" providerId="ADAL" clId="{7EEB6956-DF9D-4111-BA46-0274EF63FE29}" dt="2026-10-23T12:15:09.148" v="105" actId="1076"/>
          <ac:spMkLst>
            <pc:docMk/>
            <pc:sldMk cId="4080742543" sldId="2147483498"/>
            <ac:spMk id="3" creationId="{332C852F-B19B-0B61-2A75-FFD0BE643B3E}"/>
          </ac:spMkLst>
        </pc:spChg>
        <pc:spChg chg="add mod">
          <ac:chgData name="HO/Singh Ashishpreet, DM(CP-PR1)" userId="5d539f2e-fc82-4b5e-8e72-bca0640318f8" providerId="ADAL" clId="{7EEB6956-DF9D-4111-BA46-0274EF63FE29}" dt="2026-10-23T12:15:29.946" v="111" actId="113"/>
          <ac:spMkLst>
            <pc:docMk/>
            <pc:sldMk cId="4080742543" sldId="2147483498"/>
            <ac:spMk id="4" creationId="{4EA3ECC6-9ECB-08B3-8AE6-4F0EC8F21C14}"/>
          </ac:spMkLst>
        </pc:spChg>
        <pc:spChg chg="add mod">
          <ac:chgData name="HO/Singh Ashishpreet, DM(CP-PR1)" userId="5d539f2e-fc82-4b5e-8e72-bca0640318f8" providerId="ADAL" clId="{7EEB6956-DF9D-4111-BA46-0274EF63FE29}" dt="2026-10-23T12:19:47.667" v="121" actId="1076"/>
          <ac:spMkLst>
            <pc:docMk/>
            <pc:sldMk cId="4080742543" sldId="2147483498"/>
            <ac:spMk id="6" creationId="{1CD6F33C-7473-7FED-E4A1-C9A49495681D}"/>
          </ac:spMkLst>
        </pc:spChg>
        <pc:graphicFrameChg chg="add mod modGraphic">
          <ac:chgData name="HO/Singh Ashishpreet, DM(CP-PR1)" userId="5d539f2e-fc82-4b5e-8e72-bca0640318f8" providerId="ADAL" clId="{7EEB6956-DF9D-4111-BA46-0274EF63FE29}" dt="2026-10-23T12:48:50.522" v="225" actId="14734"/>
          <ac:graphicFrameMkLst>
            <pc:docMk/>
            <pc:sldMk cId="4080742543" sldId="2147483498"/>
            <ac:graphicFrameMk id="5" creationId="{77BDE896-8866-4F20-68F0-1ABE0865C56A}"/>
          </ac:graphicFrameMkLst>
        </pc:graphicFrameChg>
        <pc:graphicFrameChg chg="add mod modGraphic">
          <ac:chgData name="HO/Singh Ashishpreet, DM(CP-PR1)" userId="5d539f2e-fc82-4b5e-8e72-bca0640318f8" providerId="ADAL" clId="{7EEB6956-DF9D-4111-BA46-0274EF63FE29}" dt="2026-10-23T12:19:16.313" v="115" actId="255"/>
          <ac:graphicFrameMkLst>
            <pc:docMk/>
            <pc:sldMk cId="4080742543" sldId="2147483498"/>
            <ac:graphicFrameMk id="7" creationId="{4C681B38-4BDB-4754-8D02-6FE3FAB8DFAD}"/>
          </ac:graphicFrameMkLst>
        </pc:graphicFrameChg>
      </pc:sldChg>
      <pc:sldChg chg="addSp delSp modSp new mod">
        <pc:chgData name="HO/Singh Ashishpreet, DM(CP-PR1)" userId="5d539f2e-fc82-4b5e-8e72-bca0640318f8" providerId="ADAL" clId="{7EEB6956-DF9D-4111-BA46-0274EF63FE29}" dt="2026-10-23T13:09:12.269" v="277" actId="404"/>
        <pc:sldMkLst>
          <pc:docMk/>
          <pc:sldMk cId="3632958188" sldId="2147483499"/>
        </pc:sldMkLst>
        <pc:spChg chg="add mod">
          <ac:chgData name="HO/Singh Ashishpreet, DM(CP-PR1)" userId="5d539f2e-fc82-4b5e-8e72-bca0640318f8" providerId="ADAL" clId="{7EEB6956-DF9D-4111-BA46-0274EF63FE29}" dt="2026-10-23T12:55:46.469" v="238"/>
          <ac:spMkLst>
            <pc:docMk/>
            <pc:sldMk cId="3632958188" sldId="2147483499"/>
            <ac:spMk id="2" creationId="{5DF55F4D-31D5-86C3-3F74-636BD4567FDF}"/>
          </ac:spMkLst>
        </pc:spChg>
        <pc:spChg chg="add del mod">
          <ac:chgData name="HO/Singh Ashishpreet, DM(CP-PR1)" userId="5d539f2e-fc82-4b5e-8e72-bca0640318f8" providerId="ADAL" clId="{7EEB6956-DF9D-4111-BA46-0274EF63FE29}" dt="2026-10-23T12:55:50.435" v="239" actId="478"/>
          <ac:spMkLst>
            <pc:docMk/>
            <pc:sldMk cId="3632958188" sldId="2147483499"/>
            <ac:spMk id="3" creationId="{FFE28B41-59C7-94BF-27EE-0640C618F78A}"/>
          </ac:spMkLst>
        </pc:spChg>
        <pc:graphicFrameChg chg="add mod modGraphic">
          <ac:chgData name="HO/Singh Ashishpreet, DM(CP-PR1)" userId="5d539f2e-fc82-4b5e-8e72-bca0640318f8" providerId="ADAL" clId="{7EEB6956-DF9D-4111-BA46-0274EF63FE29}" dt="2026-10-23T13:09:12.269" v="277" actId="404"/>
          <ac:graphicFrameMkLst>
            <pc:docMk/>
            <pc:sldMk cId="3632958188" sldId="2147483499"/>
            <ac:graphicFrameMk id="4" creationId="{C532B4F1-0226-EF9D-737D-A937AD55BB97}"/>
          </ac:graphicFrameMkLst>
        </pc:graphicFrameChg>
        <pc:graphicFrameChg chg="add del">
          <ac:chgData name="HO/Singh Ashishpreet, DM(CP-PR1)" userId="5d539f2e-fc82-4b5e-8e72-bca0640318f8" providerId="ADAL" clId="{7EEB6956-DF9D-4111-BA46-0274EF63FE29}" dt="2026-10-23T13:07:14.214" v="264" actId="478"/>
          <ac:graphicFrameMkLst>
            <pc:docMk/>
            <pc:sldMk cId="3632958188" sldId="2147483499"/>
            <ac:graphicFrameMk id="5" creationId="{8A8AB59C-AAEA-0DFC-ED7D-C9EA7D00BCFC}"/>
          </ac:graphicFrameMkLst>
        </pc:graphicFrameChg>
      </pc:sldChg>
      <pc:sldChg chg="delSp modSp add mod">
        <pc:chgData name="HO/Singh Ashishpreet, DM(CP-PR1)" userId="5d539f2e-fc82-4b5e-8e72-bca0640318f8" providerId="ADAL" clId="{7EEB6956-DF9D-4111-BA46-0274EF63FE29}" dt="2026-10-23T13:11:19.879" v="281" actId="20577"/>
        <pc:sldMkLst>
          <pc:docMk/>
          <pc:sldMk cId="0" sldId="2147483500"/>
        </pc:sldMkLst>
        <pc:spChg chg="mod">
          <ac:chgData name="HO/Singh Ashishpreet, DM(CP-PR1)" userId="5d539f2e-fc82-4b5e-8e72-bca0640318f8" providerId="ADAL" clId="{7EEB6956-DF9D-4111-BA46-0274EF63FE29}" dt="2026-10-23T13:11:19.879" v="281" actId="20577"/>
          <ac:spMkLst>
            <pc:docMk/>
            <pc:sldMk cId="0" sldId="2147483500"/>
            <ac:spMk id="2" creationId="{00000000-0000-0000-0000-000000000000}"/>
          </ac:spMkLst>
        </pc:spChg>
        <pc:spChg chg="del mod">
          <ac:chgData name="HO/Singh Ashishpreet, DM(CP-PR1)" userId="5d539f2e-fc82-4b5e-8e72-bca0640318f8" providerId="ADAL" clId="{7EEB6956-DF9D-4111-BA46-0274EF63FE29}" dt="2026-10-23T13:07:52.636" v="270" actId="478"/>
          <ac:spMkLst>
            <pc:docMk/>
            <pc:sldMk cId="0" sldId="2147483500"/>
            <ac:spMk id="34" creationId="{00000000-0000-0000-0000-000000000000}"/>
          </ac:spMkLst>
        </pc:spChg>
        <pc:spChg chg="del">
          <ac:chgData name="HO/Singh Ashishpreet, DM(CP-PR1)" userId="5d539f2e-fc82-4b5e-8e72-bca0640318f8" providerId="ADAL" clId="{7EEB6956-DF9D-4111-BA46-0274EF63FE29}" dt="2026-10-23T13:07:29.857" v="266" actId="478"/>
          <ac:spMkLst>
            <pc:docMk/>
            <pc:sldMk cId="0" sldId="2147483500"/>
            <ac:spMk id="37" creationId="{00000000-0000-0000-0000-000000000000}"/>
          </ac:spMkLst>
        </pc:spChg>
        <pc:graphicFrameChg chg="modGraphic">
          <ac:chgData name="HO/Singh Ashishpreet, DM(CP-PR1)" userId="5d539f2e-fc82-4b5e-8e72-bca0640318f8" providerId="ADAL" clId="{7EEB6956-DF9D-4111-BA46-0274EF63FE29}" dt="2026-10-23T13:07:40.720" v="268" actId="255"/>
          <ac:graphicFrameMkLst>
            <pc:docMk/>
            <pc:sldMk cId="0" sldId="2147483500"/>
            <ac:graphicFrameMk id="36" creationId="{00000000-0000-0000-0000-000000000000}"/>
          </ac:graphicFrameMkLst>
        </pc:graphicFrameChg>
      </pc:sldChg>
      <pc:sldMasterChg chg="addSp mod">
        <pc:chgData name="HO/Singh Ashishpreet, DM(CP-PR1)" userId="5d539f2e-fc82-4b5e-8e72-bca0640318f8" providerId="ADAL" clId="{7EEB6956-DF9D-4111-BA46-0274EF63FE29}" dt="2026-10-23T11:55:21.968" v="0" actId="33475"/>
        <pc:sldMasterMkLst>
          <pc:docMk/>
          <pc:sldMasterMk cId="3935462041" sldId="2147483648"/>
        </pc:sldMasterMkLst>
        <pc:spChg chg="add">
          <ac:chgData name="HO/Singh Ashishpreet, DM(CP-PR1)" userId="5d539f2e-fc82-4b5e-8e72-bca0640318f8" providerId="ADAL" clId="{7EEB6956-DF9D-4111-BA46-0274EF63FE29}" dt="2026-10-23T11:55:21.968" v="0" actId="33475"/>
          <ac:spMkLst>
            <pc:docMk/>
            <pc:sldMasterMk cId="3935462041" sldId="2147483648"/>
            <ac:spMk id="8" creationId="{EEDCD486-96E2-0BB9-88D6-BF6860DE3F9F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1404B-641A-490D-BA40-599F7335A65E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E2EA6-EC7E-4E95-9071-B1DC890806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191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37D3E-E941-1591-ACA1-012569B83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A9C04-DD53-D646-F178-C44D0A1D3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0294A-675B-B1FC-E477-90D4B5C9D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9BC9-BDF4-4964-998C-0AD5FC30ECD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30B3E-65F1-0416-37E6-0E07566EA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A7906-E9FB-CBB2-3042-9AC26BEC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3260-34F0-492B-8001-CF80A775E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875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1E0CB-ACF8-CF95-9CA0-4366C25BD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D105C-1594-8DF8-C521-1EEB91090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AE99F-BF5C-D8EB-1644-DFB6D7D99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9BC9-BDF4-4964-998C-0AD5FC30ECD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55404-14BE-3728-FFE2-55201CC9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221B8-25EC-A398-2029-9D9048C89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3260-34F0-492B-8001-CF80A775E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191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82992-9B89-1669-B271-006C9E10E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D6AD5-4EF7-DAC8-CD9B-5082D5E33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17D34-5FD7-4A53-297A-76C63CAB6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9BC9-BDF4-4964-998C-0AD5FC30ECD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27B82-42A9-FD15-A2F2-8343468B4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E8284-76E4-6358-AB9B-3629A5900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3260-34F0-492B-8001-CF80A775E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24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19482-5E1C-5215-900B-DCD5220CA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977EE-D8FC-89E9-79A8-74D6858AEF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E3772-9A32-13C0-8395-A08FD170F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E3D98-AB98-6744-96F4-3BBA5275F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9BC9-BDF4-4964-998C-0AD5FC30ECD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CE18D-955B-7ACA-9F4A-229AEE3C5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076F2-058F-56BB-CFD0-2DFD09615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3260-34F0-492B-8001-CF80A775E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386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6FC75-8E26-07F9-5C9D-BD6FB65D5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D5D35-A624-4870-4743-BB481C11E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CAA4D-D2DB-4F61-96F2-C4023B276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8E4D5A-8F6C-25AC-97B4-B6B6F4F11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20EFD6-86CB-53C6-EBC8-B6DE9AAC98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CC6960-E405-9B57-4211-C46306982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9BC9-BDF4-4964-998C-0AD5FC30ECD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738A82-267E-BFAE-BE4D-15AFBB971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30E5B1-0E2B-28A3-3A5A-70EE3249D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3260-34F0-492B-8001-CF80A775E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337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08E83-D450-4BBF-81C0-7133CAF6C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7B34C-5EF8-8E71-08BC-A18AF699D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9BC9-BDF4-4964-998C-0AD5FC30ECD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1AB211-F0A3-06D5-DDA9-7678A8C03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D68942-AC0C-A79B-33E0-8B3B264DF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3260-34F0-492B-8001-CF80A775E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984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EE14C4-1888-7FD3-160C-D8DECDB8C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9BC9-BDF4-4964-998C-0AD5FC30ECD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527E3C-48C9-B39A-D416-94AFFC0BB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ACF9C-CACC-E9DE-7CE1-AD019F275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3260-34F0-492B-8001-CF80A775E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064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B9DF8-C560-BA1A-1353-F6D04ADE7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BDCD0-E273-6BB6-F6A1-76181CD35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FA659-43DE-B9A1-496B-2D9974BCF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19B57-1A64-534E-C971-71A550491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9BC9-BDF4-4964-998C-0AD5FC30ECD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49E9C-5FD9-A9C9-C622-F73271F11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9D116-3B1B-9189-C87B-475B74538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3260-34F0-492B-8001-CF80A775E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99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9236B-2CFB-6578-21ED-D59AEEF69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5B534-B754-E2C7-8C1E-6CDF4E520A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966C4-E81F-195E-05FC-6809E39F9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A73F2-BB5B-31D8-354B-E5C823E87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9BC9-BDF4-4964-998C-0AD5FC30ECD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9F6D2-DB78-A8CC-7BA9-61DF1EC66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B68B9-937C-7E94-CAB6-20976E732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3260-34F0-492B-8001-CF80A775E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846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CFD0C-73C5-DF14-1036-F1D43255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51E41C-7691-8131-94E5-08A19F73A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C6AB8-A14F-01D3-9679-108EDE455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9BC9-BDF4-4964-998C-0AD5FC30ECD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D9442-0FDC-2B6A-43BE-B3AE0F2D8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B9AF3-E8F6-1B58-E371-83FFC3E7A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3260-34F0-492B-8001-CF80A775E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685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D055A0-0E73-C9B4-8438-6B086488B7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90F06-0D5B-E325-A2A6-701F905B7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74B78-5DA6-CDC3-3B33-0F7D380F2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9BC9-BDF4-4964-998C-0AD5FC30ECD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0CE7A-9B30-537E-5416-FE93D8A7E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07B61-5A36-77A7-87CD-203BB5C4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3260-34F0-492B-8001-CF80A775E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289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4335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64922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Classification: Internal</a:t>
            </a:r>
            <a:endParaRPr lang="en-US" sz="8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52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D501D5-3EB7-7365-BB21-080841628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73FA8-23AC-B329-39C4-A0100DEF3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A5351-7748-9D25-1A0F-52DF8F5D7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79BC9-BDF4-4964-998C-0AD5FC30ECD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C018E-98B3-DADE-4CAD-7F4EEBF189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43673-1BB1-0B68-B698-FD2BCA828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B3260-34F0-492B-8001-CF80A775E4B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DCD486-96E2-0BB9-88D6-BF6860DE3F9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140325" y="63500"/>
            <a:ext cx="19367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Information 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3935462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tteryuniversity.com/article/bu-205-types-of-lithium-ion" TargetMode="External"/><Relationship Id="rId2" Type="http://schemas.openxmlformats.org/officeDocument/2006/relationships/hyperlink" Target="https://www.spglobal.com/automotive-insights/en/blogs/2024/11/the-evolution-of-electric-vehicle-battery-technology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insideevs.com/news/782685/all-ev-battery-chemistries-explained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vlithium.com/Blog/lfp-battery-manufacturing-process.html" TargetMode="Externa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136C7942-CA25-09F7-D87C-ED9E323D6272}"/>
              </a:ext>
            </a:extLst>
          </p:cNvPr>
          <p:cNvSpPr txBox="1">
            <a:spLocks/>
          </p:cNvSpPr>
          <p:nvPr/>
        </p:nvSpPr>
        <p:spPr>
          <a:xfrm>
            <a:off x="4620126" y="2779295"/>
            <a:ext cx="1549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BESS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099006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BESS in India: demand, government target and present situation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4215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Government wants 41.65 GW of BESS by FY30; about 9.6 GWh is operating today, against ~151 GWh already tendered</a:t>
            </a:r>
            <a:endParaRPr lang="en-US" sz="1200" b="1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1887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 targets and support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900035"/>
              </p:ext>
            </p:extLst>
          </p:nvPr>
        </p:nvGraphicFramePr>
        <p:xfrm>
          <a:off x="365760" y="1481328"/>
          <a:ext cx="5852160" cy="418795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Item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Detail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CEA target, FY2029-30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60.63 GW storage: 41.65 GW BESS + 18.98 GW pumped storage (PSP)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National Electricity Plan, FY2031-32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~73.9 GW (47.2 GW BESS + 26.7 GW PSP), ~411 GWh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Energy Storage Obligation (MoP)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 of consumption in 2023-24 rising to 4% by 2029-30; ≥85% of stored energy must be renewable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VGF tranche 1 (Mar 2024)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₹3,760 cr for 13.2 GWh at ₹27 lakh/MWh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VGF tranche 2 (Jun 2025)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₹5,400 cr from PSDF for 30 GWh at ₹18 lakh/MWh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ISTS charge waiver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 for co-located BESS commissioned by Jun 2028; falls 25% a year after that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Domestic content (Dec 2025)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≥20% of BESS procurement cost must be local to get VGF; EMS software counts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CEA co-location advisory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New solar to add storage ≥10% of capacity, ≥2 hours (advisory, not mandatory)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2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Manufacturing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 GWh of ACC PLI earmarked for grid storage; Budget 2026-27 duty exemption on cell machinery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92240" y="11887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outlook (storage requirement)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858628"/>
              </p:ext>
            </p:extLst>
          </p:nvPr>
        </p:nvGraphicFramePr>
        <p:xfrm>
          <a:off x="6492240" y="1481328"/>
          <a:ext cx="5118915" cy="1634744"/>
        </p:xfrm>
        <a:graphic>
          <a:graphicData uri="http://schemas.openxmlformats.org/drawingml/2006/table">
            <a:tbl>
              <a:tblPr/>
              <a:tblGrid>
                <a:gridCol w="2294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Horizon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Requirement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CEA (Optimal Generation Mix)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FY2029-30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41.65 GW BESS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6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National Electricity Plan (CareEdge)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FY2031-32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~411 GWh (BESS + PSP)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IESA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2035-36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~888 GWh total storage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492240" y="33101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 situation (Oct 2026)</a:t>
            </a:r>
            <a:endParaRPr lang="en-US" sz="1100" dirty="0"/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24794"/>
              </p:ext>
            </p:extLst>
          </p:nvPr>
        </p:nvGraphicFramePr>
        <p:xfrm>
          <a:off x="6492240" y="3602736"/>
          <a:ext cx="5118915" cy="2439414"/>
        </p:xfrm>
        <a:graphic>
          <a:graphicData uri="http://schemas.openxmlformats.org/drawingml/2006/table">
            <a:tbl>
              <a:tblPr/>
              <a:tblGrid>
                <a:gridCol w="2294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4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5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Figure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5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Installed BESS, Dec 2025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0.78 GWh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5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Installed BESS, H1 2026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8.7 GWh (8.2 GWh added in H1 2026)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5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Operational BESS, Aug 2026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9.6 GWh (mostly merchant projects)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5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Expected by end-2026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&gt;10 GWh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5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BESS tendered by Aug 2026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151 GWh (+ ~142 GWh PSP)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350520" y="6464808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[1] SolarQuarter (CEA roadmap, Feb 2026); [2] SolarQuarter (VGF, Aug 2026); [3] CareEdge via ANI; [5] Rubix via pv magazine India; [6] IESA via Angel One; [7] Mercom via ESS News; [8] IEEFA-JMK EnergyWatts Sep 2026; [10] JMK EnergyWatts Sep 2026; [14] Renewable Watch (ESO); [15] Energy-Storage.news (20% DCR)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BESS is required: solar peaks at noon, demand peaks after sunset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India keeps adding solar and wind, but without storage the extra midday power is curtailed and the evening peak still needs coal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1887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192074"/>
              </p:ext>
            </p:extLst>
          </p:nvPr>
        </p:nvGraphicFramePr>
        <p:xfrm>
          <a:off x="365760" y="1481328"/>
          <a:ext cx="4206240" cy="392176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Issue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 mismatch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Solar output peaks around midday; peak demand comes in the evening after sunset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Capacity vs generation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Non-fossil ≈50% of installed capacity but only ≈29% of generation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Steeper duck curve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Morning ramp-down 28 GW (May 2025) → 50 GW (May 2026); evening ramp-up 68 → 80 GW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Solar wasted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~8.1 TWh solar curtailed in Q1 FY27; Jul-Aug 2026: 1,462 MU solar + 373 MU wind curtailed while peak demand hit 270 GW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 it is wasted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 midday supply exceeds demand and grid limits bite; with no storage the grid operator backs RE down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Storage today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~9.6 GWh operational; meets only 1-2% of night-time peak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754880" y="1188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 other solution fills the gap</a:t>
            </a:r>
            <a:endParaRPr lang="en-US" sz="16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128371"/>
              </p:ext>
            </p:extLst>
          </p:nvPr>
        </p:nvGraphicFramePr>
        <p:xfrm>
          <a:off x="4754880" y="1481328"/>
          <a:ext cx="3657600" cy="372364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Limitation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Coal plants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Ramp slowly and cannot go below ~55% minimum load; add emissions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Gas peakers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Little domestic gas; imported LNG is costly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Pumped hydro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Good for long duration but site-specific, 5-8 years to build; runs alongside BESS (18.98 GW target)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More transmission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Moves power between regions, but cannot move noon power to night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Demand response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Helpful but small scale today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Responds in under a second, built in ~18 months, sits at substations or solar parks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595360" y="1188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and wind growth</a:t>
            </a:r>
            <a:endParaRPr lang="en-US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069015"/>
              </p:ext>
            </p:extLst>
          </p:nvPr>
        </p:nvGraphicFramePr>
        <p:xfrm>
          <a:off x="8595360" y="1481328"/>
          <a:ext cx="3200400" cy="3200397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09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 of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Solar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Wind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Solar + wind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9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 2022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54.0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40.4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94.4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9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 2023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66.8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42.6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109.4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9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 2024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81.8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45.9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127.7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9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 2025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105.6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50.0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155.6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9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 2026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150.3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56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206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9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Sep 2026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171.1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59.2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230.3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8641080" y="505663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FY2026: record 44.6 GW solar (+87% YoY) and 6 GW wind added.</a:t>
            </a:r>
            <a:endParaRPr lang="en-US" sz="1000" b="1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H1 FY27: 20.8 GW solar and 3.1 GW wind added.</a:t>
            </a:r>
            <a:endParaRPr lang="en-US" sz="1000" b="1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Solar has roughly tripled in 4.5 years; wind grew ~1.5×.</a:t>
            </a:r>
            <a:endParaRPr lang="en-US" sz="1000" b="1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b="1" i="1" dirty="0">
                <a:latin typeface="Aptos" pitchFamily="34" charset="0"/>
                <a:ea typeface="Aptos" pitchFamily="34" charset="-122"/>
                <a:cs typeface="Aptos" pitchFamily="34" charset="-120"/>
              </a:rPr>
              <a:t>Mar 2026 wind is derived (Mar 2025 + 6 GW added).</a:t>
            </a:r>
            <a:endParaRPr lang="en-US" sz="1000" b="1" dirty="0"/>
          </a:p>
        </p:txBody>
      </p:sp>
      <p:sp>
        <p:nvSpPr>
          <p:cNvPr id="11" name="Text 6"/>
          <p:cNvSpPr txBox="1"/>
          <p:nvPr/>
        </p:nvSpPr>
        <p:spPr>
          <a:xfrm>
            <a:off x="365760" y="6144768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Source:  CareEdge via ANI (ramp, gen share); </a:t>
            </a:r>
            <a:r>
              <a:rPr lang="en-US" sz="1200" b="1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TaiyangNews</a:t>
            </a:r>
            <a:r>
              <a:rPr lang="en-US" sz="12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/CREA (curtailment);  IEEFA-JMK EnergyWatts Sep 2026; [</a:t>
            </a:r>
            <a:r>
              <a:rPr lang="en-US" sz="1200" b="1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Energetica</a:t>
            </a:r>
            <a:r>
              <a:rPr lang="en-US" sz="12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 India (Sep 2026 capacity);  JMK via pv magazine India (FY2026);  MNRE year-end physical progress;  SolarQuarter (PSP target)</a:t>
            </a:r>
            <a:endParaRPr lang="en-US" sz="12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BESS manufacturers: global leaders and Indian capacity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Global supply is concentrated in China; India has ~60 GWh of pack/container assembly but only ~2.5 GWh of operating cell capacity</a:t>
            </a:r>
            <a:endParaRPr lang="en-US" sz="1200" b="1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9728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top 5 BESS cell suppliers (2025)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91207"/>
              </p:ext>
            </p:extLst>
          </p:nvPr>
        </p:nvGraphicFramePr>
        <p:xfrm>
          <a:off x="365760" y="1481328"/>
          <a:ext cx="5230368" cy="1482342"/>
        </p:xfrm>
        <a:graphic>
          <a:graphicData uri="http://schemas.openxmlformats.org/drawingml/2006/table">
            <a:tbl>
              <a:tblPr/>
              <a:tblGrid>
                <a:gridCol w="980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5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0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Company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HQ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0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0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HiTHIUM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0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 Energy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0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BYD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0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CALB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318211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latin typeface="Aptos" pitchFamily="34" charset="0"/>
                <a:ea typeface="Aptos" pitchFamily="34" charset="-122"/>
                <a:cs typeface="Aptos" pitchFamily="34" charset="-120"/>
              </a:rPr>
              <a:t>612 GWh of BESS cells shipped in 2025 (+95%); top 10 held ~89%, all Chinese</a:t>
            </a: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365760" y="356616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India: top 5 BESS </a:t>
            </a:r>
            <a:endParaRPr lang="en-US" sz="1100" dirty="0"/>
          </a:p>
        </p:txBody>
      </p:sp>
      <p:graphicFrame>
        <p:nvGraphicFramePr>
          <p:cNvPr id="1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798512"/>
              </p:ext>
            </p:extLst>
          </p:nvPr>
        </p:nvGraphicFramePr>
        <p:xfrm>
          <a:off x="365760" y="3858768"/>
          <a:ext cx="9875520" cy="12192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Company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Capacity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Tata AutoComp–Gotion JV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Pune, Maharashtra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 GWh (full ramp)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Supplying Tata Power projects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Waaree ESS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Gujarat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5.15 GWh (target 20 GWh)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Commissioned Jul 2026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JSW Energy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Pune, Maharashtra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 GWh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Commissioned Q4 FY26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Pace Digitek (Lineage Power)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Bidadi, Karnataka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 GWh (10 GWh by end-FY27)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1.25 GWh built in first year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iNVERGY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Dasna, Uttar Pradesh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 GWh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Inaugurated (₹200 cr)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365760" y="559612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Aptos" pitchFamily="34" charset="0"/>
                <a:ea typeface="Aptos" pitchFamily="34" charset="-122"/>
                <a:cs typeface="Aptos" pitchFamily="34" charset="-120"/>
              </a:rPr>
              <a:t>*Own calculation: nameplate capacity ÷ ~60 GWh national pack capacity (IEEFA). Also: Voltters 3 GWh (MP); planned Premier 6 GWh, VSL PowerHive 7.5 GWh, Powertrac 10 GWh, Neuron 5 GWh. Cells: Ola 2.5 GWh is the only operating cell plant, so most BESS cells are imported from China.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365760" y="614476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 Benchmark Mineral Intelligence; Wood Mackenzie via SolarQuarter; </a:t>
            </a:r>
            <a:r>
              <a:rPr lang="en-US" sz="1050" i="1" dirty="0" err="1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InfoLink</a:t>
            </a:r>
            <a:r>
              <a:rPr lang="en-US" sz="105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via ESS News;  Energetica India; Renewable Watch (Waaree); ESS News (Pace);  pv magazine India (JSW);  Energy-Storage.news (Tata AutoComp);  IEEFA-JMK Jun 2026;  IEEFA-JMK Sep 2026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85043A-A43D-F43C-3413-9C488D3D6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0" y="1346454"/>
            <a:ext cx="11230610" cy="171678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B18AABA-E536-D9D5-BB37-52B2C793D39F}"/>
              </a:ext>
            </a:extLst>
          </p:cNvPr>
          <p:cNvSpPr txBox="1">
            <a:spLocks/>
          </p:cNvSpPr>
          <p:nvPr/>
        </p:nvSpPr>
        <p:spPr>
          <a:xfrm>
            <a:off x="518160" y="381000"/>
            <a:ext cx="11430000" cy="502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00" b="1" kern="12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r>
              <a:rPr lang="en-US"/>
              <a:t>Basic structure of a BESS: from cell to grid</a:t>
            </a:r>
          </a:p>
        </p:txBody>
      </p:sp>
      <p:sp>
        <p:nvSpPr>
          <p:cNvPr id="6" name="Text 36">
            <a:extLst>
              <a:ext uri="{FF2B5EF4-FFF2-40B4-BE49-F238E27FC236}">
                <a16:creationId xmlns:a16="http://schemas.microsoft.com/office/drawing/2014/main" id="{5D47C744-FE97-503E-7435-F840B0B2A4EC}"/>
              </a:ext>
            </a:extLst>
          </p:cNvPr>
          <p:cNvSpPr txBox="1"/>
          <p:nvPr/>
        </p:nvSpPr>
        <p:spPr>
          <a:xfrm>
            <a:off x="365760" y="3063239"/>
            <a:ext cx="11430000" cy="471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components</a:t>
            </a:r>
            <a:endParaRPr lang="en-US" sz="1100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1847D592-64BD-FD0A-A7F4-0B8B8AA1E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070500"/>
              </p:ext>
            </p:extLst>
          </p:nvPr>
        </p:nvGraphicFramePr>
        <p:xfrm>
          <a:off x="301752" y="3429000"/>
          <a:ext cx="11430000" cy="300837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Component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it does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 supply status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Battery cells (LFP)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Store the energy; about 60% of container price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Mostly imported from China; Indian lines just starting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BMS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Protects cells, balances them, estimates SOC/SOH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Mostly comes with imported battery systems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8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PCS / inverter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Converts DC↔AC; grid-forming and black start required for ≥50 MW from Apr 2027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 makers with Indian plants (Sungrow, Delta, Hitachi Energy)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Thermal management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Keeps cells in a narrow temperature band (liquid cooling)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Containers and HVAC local; chillers often imported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Fire and explosion safety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Gas/smoke detection, suppression in every container, venting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Available locally; mandatory under CEA rules from Apr 2027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Transformer &amp; switchgear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Step up voltage, isolate faults, protection relays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Strong Indian manufacturing base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EMS / SCADA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Dispatch decisions, monitoring, reporting to SLDC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Indian developers; EMS counts toward 20% domestic content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73FAA1F-3557-EFB2-6546-EBDFF59910AD}"/>
              </a:ext>
            </a:extLst>
          </p:cNvPr>
          <p:cNvSpPr txBox="1"/>
          <p:nvPr/>
        </p:nvSpPr>
        <p:spPr>
          <a:xfrm>
            <a:off x="138684" y="6477000"/>
            <a:ext cx="93985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BESS Deep Research Report (</a:t>
            </a:r>
            <a:r>
              <a:rPr lang="en-US" sz="800" i="1" dirty="0" err="1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</a:t>
            </a:r>
            <a:r>
              <a:rPr lang="en-US" sz="8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repo, sections 3.3 and 4.3); IEEFA-JMK Sep 2026 (cell share of container price);  </a:t>
            </a:r>
            <a:r>
              <a:rPr lang="en-US" sz="800" i="1" dirty="0" err="1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Energetica</a:t>
            </a:r>
            <a:r>
              <a:rPr lang="en-US" sz="8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India (CEA safety rules 2026); </a:t>
            </a:r>
            <a:r>
              <a:rPr lang="en-US" sz="800" i="1" dirty="0" err="1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SolarQuarter</a:t>
            </a:r>
            <a:r>
              <a:rPr lang="en-US" sz="8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(CEA technical standards 2026);  Energy-</a:t>
            </a:r>
            <a:r>
              <a:rPr lang="en-US" sz="800" i="1" dirty="0" err="1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Storage.news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4740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9B128AC-FB0C-FAD9-DFC1-20F1CD20DCC1}"/>
              </a:ext>
            </a:extLst>
          </p:cNvPr>
          <p:cNvSpPr txBox="1">
            <a:spLocks/>
          </p:cNvSpPr>
          <p:nvPr/>
        </p:nvSpPr>
        <p:spPr>
          <a:xfrm>
            <a:off x="265176" y="265175"/>
            <a:ext cx="11548872" cy="8465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00" b="1" kern="12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r>
              <a:rPr lang="en-IN"/>
              <a:t>BESS technologies compared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62E5B35-FE3F-7B66-2509-A8EB41AAA3CF}"/>
              </a:ext>
            </a:extLst>
          </p:cNvPr>
          <p:cNvSpPr txBox="1"/>
          <p:nvPr/>
        </p:nvSpPr>
        <p:spPr>
          <a:xfrm>
            <a:off x="265176" y="768095"/>
            <a:ext cx="11548872" cy="538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is about 90% of new lithium-ion storage; other chemistries fill niches (cold climate, very long duration, lithium-free supply)</a:t>
            </a:r>
            <a:endParaRPr lang="en-US" sz="1200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15EF347A-6352-A6A3-94F0-F2997E604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95492"/>
              </p:ext>
            </p:extLst>
          </p:nvPr>
        </p:nvGraphicFramePr>
        <p:xfrm>
          <a:off x="265176" y="1271016"/>
          <a:ext cx="11548872" cy="4970270"/>
        </p:xfrm>
        <a:graphic>
          <a:graphicData uri="http://schemas.openxmlformats.org/drawingml/2006/table">
            <a:tbl>
              <a:tblPr/>
              <a:tblGrid>
                <a:gridCol w="2124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5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6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02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Parameter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LFP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NMC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LTO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Sodium-ion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Vanadium flow (VRFB)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Nominal cell voltage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 V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3.6-3.7 V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2.3-2.4 V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~2.8-3.2 V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~1.26 V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Energy density (Wh/kg)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~160-205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~200-280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~60-90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~100-175 (claims)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~15-25 (electrolyte)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Cycle life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6,000-10,000+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2,000-5,000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10,000-20,000+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~3,000-6,000 (claims)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&gt;15,000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System round-trip efficiency (AC)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~85-90%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~85-90%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~85-90%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~80-88%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~65-75%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Thermal safety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Medium-low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Very high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Non-flammable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Low-temperature charging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Poor below 0 °C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Moderate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Excellent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Good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Good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Critical materials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Lithium, graphite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Li, nickel, cobalt, graphite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Lithium, titanium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Sodium, hard carbon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Vanadium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Cost position (2026)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Lowest Li-ion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Highest Li-ion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Close to LFP, falling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capex; cheap extra hours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2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fit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2-4 h grid peak shifting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Space-constrained sites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Fast frequency response, cold sites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Lithium-free, cold climates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 h+ long duration, high cycling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2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 for grid storage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Dominant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Legacy / niche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Niche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Early commercial (CATL mass production 2026)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 niche (175 MW / 700 MWh in China)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2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 of BESS production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~90% of 2025 Li-ion storage additions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 of remaining ~10%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 of remaining ~10%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Small; not reported separately (60 GWh CATL storage order)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Small; not reported separately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2D00956-EDCF-5ECA-1E80-2C6C95C39189}"/>
              </a:ext>
            </a:extLst>
          </p:cNvPr>
          <p:cNvSpPr txBox="1"/>
          <p:nvPr/>
        </p:nvSpPr>
        <p:spPr>
          <a:xfrm>
            <a:off x="137995" y="6205234"/>
            <a:ext cx="11916009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Sources   </a:t>
            </a:r>
            <a:r>
              <a:rPr kumimoji="0" sz="1600" b="0" i="0" u="sng" strike="noStrike" kern="1200" cap="none" spc="0" normalizeH="0" baseline="0" noProof="0" dirty="0">
                <a:ln>
                  <a:noFill/>
                </a:ln>
                <a:solidFill>
                  <a:srgbClr val="2E74B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2"/>
              </a:rPr>
              <a:t>S&amp;P Global Mobility: evolution of EV battery technology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C9D3D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·   </a:t>
            </a:r>
            <a:r>
              <a:rPr kumimoji="0" sz="1600" b="0" i="0" u="sng" strike="noStrike" kern="1200" cap="none" spc="0" normalizeH="0" baseline="0" noProof="0" dirty="0">
                <a:ln>
                  <a:noFill/>
                </a:ln>
                <a:solidFill>
                  <a:srgbClr val="2E74B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3"/>
              </a:rPr>
              <a:t>Battery University BU-205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C9D3D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·   </a:t>
            </a:r>
            <a:r>
              <a:rPr kumimoji="0" sz="1600" b="0" i="0" u="sng" strike="noStrike" kern="1200" cap="none" spc="0" normalizeH="0" baseline="0" noProof="0" dirty="0" err="1">
                <a:ln>
                  <a:noFill/>
                </a:ln>
                <a:solidFill>
                  <a:srgbClr val="2E74B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4"/>
              </a:rPr>
              <a:t>InsideEVs</a:t>
            </a:r>
            <a:r>
              <a:rPr kumimoji="0" sz="1600" b="0" i="0" u="sng" strike="noStrike" kern="1200" cap="none" spc="0" normalizeH="0" baseline="0" noProof="0" dirty="0">
                <a:ln>
                  <a:noFill/>
                </a:ln>
                <a:solidFill>
                  <a:srgbClr val="2E74B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4"/>
              </a:rPr>
              <a:t>: NMC, LFP and solid-state</a:t>
            </a:r>
          </a:p>
        </p:txBody>
      </p:sp>
    </p:spTree>
    <p:extLst>
      <p:ext uri="{BB962C8B-B14F-4D97-AF65-F5344CB8AC3E}">
        <p14:creationId xmlns:p14="http://schemas.microsoft.com/office/powerpoint/2010/main" val="2634206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32C852F-B19B-0B61-2A75-FFD0BE643B3E}"/>
              </a:ext>
            </a:extLst>
          </p:cNvPr>
          <p:cNvSpPr txBox="1">
            <a:spLocks/>
          </p:cNvSpPr>
          <p:nvPr/>
        </p:nvSpPr>
        <p:spPr>
          <a:xfrm>
            <a:off x="380999" y="-98308"/>
            <a:ext cx="11314176" cy="828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00" b="1" kern="12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r>
              <a:rPr lang="en-US" dirty="0"/>
              <a:t>LFP cell components, materials and Indian suppliers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EA3ECC6-9ECB-08B3-8AE6-4F0EC8F21C14}"/>
              </a:ext>
            </a:extLst>
          </p:cNvPr>
          <p:cNvSpPr txBox="1"/>
          <p:nvPr/>
        </p:nvSpPr>
        <p:spPr>
          <a:xfrm>
            <a:off x="438912" y="360163"/>
            <a:ext cx="11314176" cy="527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Cathode and anode are ~65% of cell cost and &gt;90% are processed in China; India has started on cathode, anode, electrolyte and aluminium foil</a:t>
            </a:r>
            <a:endParaRPr lang="en-US" sz="1200" b="1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77BDE896-8866-4F20-68F0-1ABE0865C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513144"/>
              </p:ext>
            </p:extLst>
          </p:nvPr>
        </p:nvGraphicFramePr>
        <p:xfrm>
          <a:off x="380998" y="807902"/>
          <a:ext cx="11314177" cy="3725222"/>
        </p:xfrm>
        <a:graphic>
          <a:graphicData uri="http://schemas.openxmlformats.org/drawingml/2006/table">
            <a:tbl>
              <a:tblPr/>
              <a:tblGrid>
                <a:gridCol w="1538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3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2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39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95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Component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Material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Approx. per kWh*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Indian companies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Capacity / status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Cathode (CAM)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LiFePO₄ from lithium carbonate + iron phosphate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~2 kg LFP; ~0.5-0.6 kg Li₂CO₃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Himadri, GFCL EV, Altmin, Epsilon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Himadri 2,000 t by Dec 2026 → 40,000 t FY28; GFCL sales H2 FY27; lithium fully imported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Anode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Synthetic / natural graphite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~1-1.2 kg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Epsilon, Himadri; HEG, PCBL entering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Epsilon 2,000 t (~2 GWh) → 30,000 t by 2028; Himadri 200 t (Apr 2026)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Electrolyte salt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LiPF₆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~0.6-0.8 kg electrolyte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GFCL, Neogen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GFCL commercial since Dec 2025; Neogen developing (Morita JV)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Solvents, additives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EC, DMC, EMC; VC, FEC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electrolyte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Alkyl Amines, Balaji Amines, Acutaas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Supplying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Separator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PE/PP film, ceramic coated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Thin film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 at scale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Imported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Aluminium foil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Al, ~10-15 µm (cathode side)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~0.25 kg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Hindalco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Sambalpur, commissioned Jan 2026; supports ~100 GWh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5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Copper foil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Cu, ~6-8 µm (anode side)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~0.5 kg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 at scale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Imported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Binder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PVDF (cathode), CMC/SBR (anode)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Small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GFCL (PVDF)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Nearing qualification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2">
            <a:extLst>
              <a:ext uri="{FF2B5EF4-FFF2-40B4-BE49-F238E27FC236}">
                <a16:creationId xmlns:a16="http://schemas.microsoft.com/office/drawing/2014/main" id="{1CD6F33C-7473-7FED-E4A1-C9A49495681D}"/>
              </a:ext>
            </a:extLst>
          </p:cNvPr>
          <p:cNvSpPr txBox="1"/>
          <p:nvPr/>
        </p:nvSpPr>
        <p:spPr>
          <a:xfrm>
            <a:off x="380998" y="4420136"/>
            <a:ext cx="11314176" cy="421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Indian LFP cell makers relevant to BESS</a:t>
            </a:r>
            <a:endParaRPr lang="en-US" sz="1100" dirty="0"/>
          </a:p>
        </p:txBody>
      </p:sp>
      <p:graphicFrame>
        <p:nvGraphicFramePr>
          <p:cNvPr id="7" name="Table 1">
            <a:extLst>
              <a:ext uri="{FF2B5EF4-FFF2-40B4-BE49-F238E27FC236}">
                <a16:creationId xmlns:a16="http://schemas.microsoft.com/office/drawing/2014/main" id="{4C681B38-4BDB-4754-8D02-6FE3FAB8D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431328"/>
              </p:ext>
            </p:extLst>
          </p:nvPr>
        </p:nvGraphicFramePr>
        <p:xfrm>
          <a:off x="380998" y="4778560"/>
          <a:ext cx="11314176" cy="1674370"/>
        </p:xfrm>
        <a:graphic>
          <a:graphicData uri="http://schemas.openxmlformats.org/drawingml/2006/table">
            <a:tbl>
              <a:tblPr/>
              <a:tblGrid>
                <a:gridCol w="2353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6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63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8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Company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Capacity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8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Ola Cell Technologies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Krishnagiri, TN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2.5 GWh operating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Only commercial cell producer; 46100 LFP cell BIS-certified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8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Exide Energy Solutions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Bengaluru, KA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 GWh Ph-I (3 GWh LFP prismatic)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Commissioned 23 Sep 2026; SVOLT licence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8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Reliance New Energy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Jamnagar, GJ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 GWh Ph-1 → 120 GWh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LFP / BESS focus; equipment delivered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8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Waaree Energies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Rambili, AP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 GWh integrated (₹8,175 cr)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Cells, packs and BESS; announced Feb 2026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0742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ing-1">
            <a:extLst>
              <a:ext uri="{FF2B5EF4-FFF2-40B4-BE49-F238E27FC236}">
                <a16:creationId xmlns:a16="http://schemas.microsoft.com/office/drawing/2014/main" id="{65586F42-E8CD-664D-7E92-DA817582A4C1}"/>
              </a:ext>
            </a:extLst>
          </p:cNvPr>
          <p:cNvSpPr/>
          <p:nvPr/>
        </p:nvSpPr>
        <p:spPr>
          <a:xfrm>
            <a:off x="574548" y="2152412"/>
            <a:ext cx="5029200" cy="2926080"/>
          </a:xfrm>
          <a:prstGeom prst="roundRect">
            <a:avLst>
              <a:gd name="adj" fmla="val 3125"/>
            </a:avLst>
          </a:prstGeom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opper-foil-2">
            <a:extLst>
              <a:ext uri="{FF2B5EF4-FFF2-40B4-BE49-F238E27FC236}">
                <a16:creationId xmlns:a16="http://schemas.microsoft.com/office/drawing/2014/main" id="{74FD3A43-2510-90BE-DB36-DA9C6BE4A167}"/>
              </a:ext>
            </a:extLst>
          </p:cNvPr>
          <p:cNvSpPr/>
          <p:nvPr/>
        </p:nvSpPr>
        <p:spPr>
          <a:xfrm>
            <a:off x="803148" y="2335292"/>
            <a:ext cx="109728" cy="2560320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anode-3">
            <a:extLst>
              <a:ext uri="{FF2B5EF4-FFF2-40B4-BE49-F238E27FC236}">
                <a16:creationId xmlns:a16="http://schemas.microsoft.com/office/drawing/2014/main" id="{BCB98956-C5F3-4533-A48B-F0F001A631F0}"/>
              </a:ext>
            </a:extLst>
          </p:cNvPr>
          <p:cNvSpPr/>
          <p:nvPr/>
        </p:nvSpPr>
        <p:spPr>
          <a:xfrm>
            <a:off x="912876" y="2335292"/>
            <a:ext cx="1188720" cy="2560320"/>
          </a:xfrm>
          <a:prstGeom prst="rect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graphite-layer-4">
            <a:extLst>
              <a:ext uri="{FF2B5EF4-FFF2-40B4-BE49-F238E27FC236}">
                <a16:creationId xmlns:a16="http://schemas.microsoft.com/office/drawing/2014/main" id="{E5B7FA49-F378-4C87-56CE-BEEBD6BA2200}"/>
              </a:ext>
            </a:extLst>
          </p:cNvPr>
          <p:cNvSpPr/>
          <p:nvPr/>
        </p:nvSpPr>
        <p:spPr>
          <a:xfrm>
            <a:off x="986028" y="2762012"/>
            <a:ext cx="1042416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graphite-layer-5">
            <a:extLst>
              <a:ext uri="{FF2B5EF4-FFF2-40B4-BE49-F238E27FC236}">
                <a16:creationId xmlns:a16="http://schemas.microsoft.com/office/drawing/2014/main" id="{D8144FBB-C4F1-BF6F-C6CB-6310378BE68D}"/>
              </a:ext>
            </a:extLst>
          </p:cNvPr>
          <p:cNvSpPr/>
          <p:nvPr/>
        </p:nvSpPr>
        <p:spPr>
          <a:xfrm>
            <a:off x="986028" y="3188732"/>
            <a:ext cx="1042416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graphite-layer-6">
            <a:extLst>
              <a:ext uri="{FF2B5EF4-FFF2-40B4-BE49-F238E27FC236}">
                <a16:creationId xmlns:a16="http://schemas.microsoft.com/office/drawing/2014/main" id="{B7631583-1801-3474-4982-3240554D60CD}"/>
              </a:ext>
            </a:extLst>
          </p:cNvPr>
          <p:cNvSpPr/>
          <p:nvPr/>
        </p:nvSpPr>
        <p:spPr>
          <a:xfrm>
            <a:off x="986028" y="3615452"/>
            <a:ext cx="1042416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graphite-layer-7">
            <a:extLst>
              <a:ext uri="{FF2B5EF4-FFF2-40B4-BE49-F238E27FC236}">
                <a16:creationId xmlns:a16="http://schemas.microsoft.com/office/drawing/2014/main" id="{8230C7C0-4336-6E4F-10AF-84C0E1765FF4}"/>
              </a:ext>
            </a:extLst>
          </p:cNvPr>
          <p:cNvSpPr/>
          <p:nvPr/>
        </p:nvSpPr>
        <p:spPr>
          <a:xfrm>
            <a:off x="986028" y="4042172"/>
            <a:ext cx="1042416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graphite-layer-8">
            <a:extLst>
              <a:ext uri="{FF2B5EF4-FFF2-40B4-BE49-F238E27FC236}">
                <a16:creationId xmlns:a16="http://schemas.microsoft.com/office/drawing/2014/main" id="{1865B4F6-0951-45E1-8F25-15E40A6D62D8}"/>
              </a:ext>
            </a:extLst>
          </p:cNvPr>
          <p:cNvSpPr/>
          <p:nvPr/>
        </p:nvSpPr>
        <p:spPr>
          <a:xfrm>
            <a:off x="986028" y="4468892"/>
            <a:ext cx="1042416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electrolyte-9">
            <a:extLst>
              <a:ext uri="{FF2B5EF4-FFF2-40B4-BE49-F238E27FC236}">
                <a16:creationId xmlns:a16="http://schemas.microsoft.com/office/drawing/2014/main" id="{4D737ACA-E37F-3A10-9B91-66745EC19C55}"/>
              </a:ext>
            </a:extLst>
          </p:cNvPr>
          <p:cNvSpPr/>
          <p:nvPr/>
        </p:nvSpPr>
        <p:spPr>
          <a:xfrm>
            <a:off x="2101596" y="2335292"/>
            <a:ext cx="1965960" cy="25603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eparator-10">
            <a:extLst>
              <a:ext uri="{FF2B5EF4-FFF2-40B4-BE49-F238E27FC236}">
                <a16:creationId xmlns:a16="http://schemas.microsoft.com/office/drawing/2014/main" id="{B976AAC7-9206-FC63-7ED1-52BD82947FA6}"/>
              </a:ext>
            </a:extLst>
          </p:cNvPr>
          <p:cNvSpPr/>
          <p:nvPr/>
        </p:nvSpPr>
        <p:spPr>
          <a:xfrm>
            <a:off x="2997708" y="2335292"/>
            <a:ext cx="164592" cy="2560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3" name="cathode-11">
            <a:extLst>
              <a:ext uri="{FF2B5EF4-FFF2-40B4-BE49-F238E27FC236}">
                <a16:creationId xmlns:a16="http://schemas.microsoft.com/office/drawing/2014/main" id="{A47D9CAE-6682-C828-DA41-6334C182EF51}"/>
              </a:ext>
            </a:extLst>
          </p:cNvPr>
          <p:cNvSpPr/>
          <p:nvPr/>
        </p:nvSpPr>
        <p:spPr>
          <a:xfrm>
            <a:off x="4067556" y="2335292"/>
            <a:ext cx="1188720" cy="2560320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aluminium-foil-12">
            <a:extLst>
              <a:ext uri="{FF2B5EF4-FFF2-40B4-BE49-F238E27FC236}">
                <a16:creationId xmlns:a16="http://schemas.microsoft.com/office/drawing/2014/main" id="{B3291C78-9E66-2FB2-059F-5A6D3149678C}"/>
              </a:ext>
            </a:extLst>
          </p:cNvPr>
          <p:cNvSpPr/>
          <p:nvPr/>
        </p:nvSpPr>
        <p:spPr>
          <a:xfrm>
            <a:off x="5256276" y="2335292"/>
            <a:ext cx="109728" cy="256032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neg-tab-13">
            <a:extLst>
              <a:ext uri="{FF2B5EF4-FFF2-40B4-BE49-F238E27FC236}">
                <a16:creationId xmlns:a16="http://schemas.microsoft.com/office/drawing/2014/main" id="{8551EDC1-7D2B-D48C-4194-74CCB4BAD840}"/>
              </a:ext>
            </a:extLst>
          </p:cNvPr>
          <p:cNvSpPr/>
          <p:nvPr/>
        </p:nvSpPr>
        <p:spPr>
          <a:xfrm>
            <a:off x="803148" y="1786652"/>
            <a:ext cx="109728" cy="548640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pos-tab-14">
            <a:extLst>
              <a:ext uri="{FF2B5EF4-FFF2-40B4-BE49-F238E27FC236}">
                <a16:creationId xmlns:a16="http://schemas.microsoft.com/office/drawing/2014/main" id="{5C4E826A-FBD2-F0AF-8160-62D49746F5A6}"/>
              </a:ext>
            </a:extLst>
          </p:cNvPr>
          <p:cNvSpPr/>
          <p:nvPr/>
        </p:nvSpPr>
        <p:spPr>
          <a:xfrm>
            <a:off x="5256276" y="1786652"/>
            <a:ext cx="109728" cy="54864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-15">
            <a:extLst>
              <a:ext uri="{FF2B5EF4-FFF2-40B4-BE49-F238E27FC236}">
                <a16:creationId xmlns:a16="http://schemas.microsoft.com/office/drawing/2014/main" id="{D0361244-2961-A7F4-CC55-FEF82E4A2B2E}"/>
              </a:ext>
            </a:extLst>
          </p:cNvPr>
          <p:cNvSpPr txBox="1"/>
          <p:nvPr/>
        </p:nvSpPr>
        <p:spPr>
          <a:xfrm>
            <a:off x="391668" y="1695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−</a:t>
            </a:r>
            <a:endParaRPr lang="en-US" sz="2200" dirty="0"/>
          </a:p>
        </p:txBody>
      </p:sp>
      <p:sp>
        <p:nvSpPr>
          <p:cNvPr id="33" name="text-16">
            <a:extLst>
              <a:ext uri="{FF2B5EF4-FFF2-40B4-BE49-F238E27FC236}">
                <a16:creationId xmlns:a16="http://schemas.microsoft.com/office/drawing/2014/main" id="{DC892FA3-52BF-E1C8-D3F6-07B43EC5102C}"/>
              </a:ext>
            </a:extLst>
          </p:cNvPr>
          <p:cNvSpPr txBox="1"/>
          <p:nvPr/>
        </p:nvSpPr>
        <p:spPr>
          <a:xfrm>
            <a:off x="5420868" y="1695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+</a:t>
            </a:r>
            <a:endParaRPr lang="en-US" sz="2200" dirty="0"/>
          </a:p>
        </p:txBody>
      </p:sp>
      <p:sp>
        <p:nvSpPr>
          <p:cNvPr id="35" name="line-17">
            <a:extLst>
              <a:ext uri="{FF2B5EF4-FFF2-40B4-BE49-F238E27FC236}">
                <a16:creationId xmlns:a16="http://schemas.microsoft.com/office/drawing/2014/main" id="{4E6C6F16-A578-3F87-04C1-86F114471F2D}"/>
              </a:ext>
            </a:extLst>
          </p:cNvPr>
          <p:cNvSpPr/>
          <p:nvPr/>
        </p:nvSpPr>
        <p:spPr>
          <a:xfrm flipV="1">
            <a:off x="858012" y="1512332"/>
            <a:ext cx="0" cy="27432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line-18">
            <a:extLst>
              <a:ext uri="{FF2B5EF4-FFF2-40B4-BE49-F238E27FC236}">
                <a16:creationId xmlns:a16="http://schemas.microsoft.com/office/drawing/2014/main" id="{11D09CA8-794B-6163-72CC-4B6558BE95F1}"/>
              </a:ext>
            </a:extLst>
          </p:cNvPr>
          <p:cNvSpPr/>
          <p:nvPr/>
        </p:nvSpPr>
        <p:spPr>
          <a:xfrm>
            <a:off x="858012" y="1512332"/>
            <a:ext cx="1947672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9" name="motor-19">
            <a:extLst>
              <a:ext uri="{FF2B5EF4-FFF2-40B4-BE49-F238E27FC236}">
                <a16:creationId xmlns:a16="http://schemas.microsoft.com/office/drawing/2014/main" id="{F1995C1B-3ACF-6BDB-C755-7CB8B101519C}"/>
              </a:ext>
            </a:extLst>
          </p:cNvPr>
          <p:cNvSpPr/>
          <p:nvPr/>
        </p:nvSpPr>
        <p:spPr>
          <a:xfrm>
            <a:off x="2805684" y="1238012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-20">
            <a:extLst>
              <a:ext uri="{FF2B5EF4-FFF2-40B4-BE49-F238E27FC236}">
                <a16:creationId xmlns:a16="http://schemas.microsoft.com/office/drawing/2014/main" id="{BA8A41DF-7B49-5693-9742-C81D9F113E38}"/>
              </a:ext>
            </a:extLst>
          </p:cNvPr>
          <p:cNvSpPr txBox="1"/>
          <p:nvPr/>
        </p:nvSpPr>
        <p:spPr>
          <a:xfrm>
            <a:off x="2805684" y="12380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M</a:t>
            </a:r>
            <a:endParaRPr lang="en-US" sz="1600" dirty="0"/>
          </a:p>
        </p:txBody>
      </p:sp>
      <p:sp>
        <p:nvSpPr>
          <p:cNvPr id="43" name="line-21">
            <a:extLst>
              <a:ext uri="{FF2B5EF4-FFF2-40B4-BE49-F238E27FC236}">
                <a16:creationId xmlns:a16="http://schemas.microsoft.com/office/drawing/2014/main" id="{90840198-FECA-FFD4-2BA3-7BC8D1A09E4F}"/>
              </a:ext>
            </a:extLst>
          </p:cNvPr>
          <p:cNvSpPr/>
          <p:nvPr/>
        </p:nvSpPr>
        <p:spPr>
          <a:xfrm>
            <a:off x="3354324" y="1512332"/>
            <a:ext cx="1956816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5" name="line-22">
            <a:extLst>
              <a:ext uri="{FF2B5EF4-FFF2-40B4-BE49-F238E27FC236}">
                <a16:creationId xmlns:a16="http://schemas.microsoft.com/office/drawing/2014/main" id="{C8EE401C-25DB-FDB7-93EA-C31720DB21E0}"/>
              </a:ext>
            </a:extLst>
          </p:cNvPr>
          <p:cNvSpPr/>
          <p:nvPr/>
        </p:nvSpPr>
        <p:spPr>
          <a:xfrm>
            <a:off x="5311140" y="1512332"/>
            <a:ext cx="0" cy="27432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-23">
            <a:extLst>
              <a:ext uri="{FF2B5EF4-FFF2-40B4-BE49-F238E27FC236}">
                <a16:creationId xmlns:a16="http://schemas.microsoft.com/office/drawing/2014/main" id="{954FE209-BA01-1CFC-4C69-07FE876AA8A3}"/>
              </a:ext>
            </a:extLst>
          </p:cNvPr>
          <p:cNvSpPr txBox="1"/>
          <p:nvPr/>
        </p:nvSpPr>
        <p:spPr>
          <a:xfrm>
            <a:off x="1077468" y="11740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Electrons (e⁻)</a:t>
            </a:r>
            <a:endParaRPr lang="en-US" sz="1200" dirty="0"/>
          </a:p>
        </p:txBody>
      </p:sp>
      <p:sp>
        <p:nvSpPr>
          <p:cNvPr id="49" name="text-24">
            <a:extLst>
              <a:ext uri="{FF2B5EF4-FFF2-40B4-BE49-F238E27FC236}">
                <a16:creationId xmlns:a16="http://schemas.microsoft.com/office/drawing/2014/main" id="{C5392547-E06C-267E-A914-D84AABF43463}"/>
              </a:ext>
            </a:extLst>
          </p:cNvPr>
          <p:cNvSpPr txBox="1"/>
          <p:nvPr/>
        </p:nvSpPr>
        <p:spPr>
          <a:xfrm>
            <a:off x="3454908" y="11740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Motor</a:t>
            </a:r>
            <a:endParaRPr lang="en-US" sz="1200" dirty="0"/>
          </a:p>
        </p:txBody>
      </p:sp>
      <p:sp>
        <p:nvSpPr>
          <p:cNvPr id="51" name="li-ion-25">
            <a:extLst>
              <a:ext uri="{FF2B5EF4-FFF2-40B4-BE49-F238E27FC236}">
                <a16:creationId xmlns:a16="http://schemas.microsoft.com/office/drawing/2014/main" id="{BEA76F1C-2A32-5C51-F7C2-29F5A5FD7157}"/>
              </a:ext>
            </a:extLst>
          </p:cNvPr>
          <p:cNvSpPr/>
          <p:nvPr/>
        </p:nvSpPr>
        <p:spPr>
          <a:xfrm>
            <a:off x="2174748" y="25181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-26">
            <a:extLst>
              <a:ext uri="{FF2B5EF4-FFF2-40B4-BE49-F238E27FC236}">
                <a16:creationId xmlns:a16="http://schemas.microsoft.com/office/drawing/2014/main" id="{26114F7C-7B82-2BDC-A264-654B8934B528}"/>
              </a:ext>
            </a:extLst>
          </p:cNvPr>
          <p:cNvSpPr txBox="1"/>
          <p:nvPr/>
        </p:nvSpPr>
        <p:spPr>
          <a:xfrm>
            <a:off x="2174748" y="25181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Li⁺</a:t>
            </a:r>
            <a:endParaRPr lang="en-US" sz="1100" dirty="0"/>
          </a:p>
        </p:txBody>
      </p:sp>
      <p:sp>
        <p:nvSpPr>
          <p:cNvPr id="55" name="ion-path-27">
            <a:extLst>
              <a:ext uri="{FF2B5EF4-FFF2-40B4-BE49-F238E27FC236}">
                <a16:creationId xmlns:a16="http://schemas.microsoft.com/office/drawing/2014/main" id="{CEA78B50-BAF2-0F43-11FF-F4C8814B1F41}"/>
              </a:ext>
            </a:extLst>
          </p:cNvPr>
          <p:cNvSpPr/>
          <p:nvPr/>
        </p:nvSpPr>
        <p:spPr>
          <a:xfrm>
            <a:off x="2604516" y="2701052"/>
            <a:ext cx="1399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7" name="li-ion-28">
            <a:extLst>
              <a:ext uri="{FF2B5EF4-FFF2-40B4-BE49-F238E27FC236}">
                <a16:creationId xmlns:a16="http://schemas.microsoft.com/office/drawing/2014/main" id="{0BDE8D10-AA68-EA3D-C78A-B2798F1C47DC}"/>
              </a:ext>
            </a:extLst>
          </p:cNvPr>
          <p:cNvSpPr/>
          <p:nvPr/>
        </p:nvSpPr>
        <p:spPr>
          <a:xfrm>
            <a:off x="2174748" y="311253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-29">
            <a:extLst>
              <a:ext uri="{FF2B5EF4-FFF2-40B4-BE49-F238E27FC236}">
                <a16:creationId xmlns:a16="http://schemas.microsoft.com/office/drawing/2014/main" id="{1F060143-3DDE-4CC5-8E37-566CCC95C955}"/>
              </a:ext>
            </a:extLst>
          </p:cNvPr>
          <p:cNvSpPr txBox="1"/>
          <p:nvPr/>
        </p:nvSpPr>
        <p:spPr>
          <a:xfrm>
            <a:off x="2174748" y="3112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Li⁺</a:t>
            </a:r>
            <a:endParaRPr lang="en-US" sz="1100" dirty="0"/>
          </a:p>
        </p:txBody>
      </p:sp>
      <p:sp>
        <p:nvSpPr>
          <p:cNvPr id="61" name="ion-path-30">
            <a:extLst>
              <a:ext uri="{FF2B5EF4-FFF2-40B4-BE49-F238E27FC236}">
                <a16:creationId xmlns:a16="http://schemas.microsoft.com/office/drawing/2014/main" id="{92A54629-1ED3-7FFE-56AB-89E69FC70E87}"/>
              </a:ext>
            </a:extLst>
          </p:cNvPr>
          <p:cNvSpPr/>
          <p:nvPr/>
        </p:nvSpPr>
        <p:spPr>
          <a:xfrm>
            <a:off x="2604516" y="3295412"/>
            <a:ext cx="1399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3" name="li-ion-31">
            <a:extLst>
              <a:ext uri="{FF2B5EF4-FFF2-40B4-BE49-F238E27FC236}">
                <a16:creationId xmlns:a16="http://schemas.microsoft.com/office/drawing/2014/main" id="{8349846E-E892-2ADD-B86B-FE8BA521A215}"/>
              </a:ext>
            </a:extLst>
          </p:cNvPr>
          <p:cNvSpPr/>
          <p:nvPr/>
        </p:nvSpPr>
        <p:spPr>
          <a:xfrm>
            <a:off x="2174748" y="370689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-32">
            <a:extLst>
              <a:ext uri="{FF2B5EF4-FFF2-40B4-BE49-F238E27FC236}">
                <a16:creationId xmlns:a16="http://schemas.microsoft.com/office/drawing/2014/main" id="{42F48EF1-F69E-1EAB-A0A9-651858250107}"/>
              </a:ext>
            </a:extLst>
          </p:cNvPr>
          <p:cNvSpPr txBox="1"/>
          <p:nvPr/>
        </p:nvSpPr>
        <p:spPr>
          <a:xfrm>
            <a:off x="2174748" y="370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Li⁺</a:t>
            </a:r>
            <a:endParaRPr lang="en-US" sz="1100" dirty="0"/>
          </a:p>
        </p:txBody>
      </p:sp>
      <p:sp>
        <p:nvSpPr>
          <p:cNvPr id="67" name="ion-path-33">
            <a:extLst>
              <a:ext uri="{FF2B5EF4-FFF2-40B4-BE49-F238E27FC236}">
                <a16:creationId xmlns:a16="http://schemas.microsoft.com/office/drawing/2014/main" id="{48113EF7-A515-71F9-40AA-EE4E0856B113}"/>
              </a:ext>
            </a:extLst>
          </p:cNvPr>
          <p:cNvSpPr/>
          <p:nvPr/>
        </p:nvSpPr>
        <p:spPr>
          <a:xfrm>
            <a:off x="2604516" y="3889772"/>
            <a:ext cx="1399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-34">
            <a:extLst>
              <a:ext uri="{FF2B5EF4-FFF2-40B4-BE49-F238E27FC236}">
                <a16:creationId xmlns:a16="http://schemas.microsoft.com/office/drawing/2014/main" id="{7E35EFA7-B798-7B04-BFE3-69C409610738}"/>
              </a:ext>
            </a:extLst>
          </p:cNvPr>
          <p:cNvSpPr txBox="1"/>
          <p:nvPr/>
        </p:nvSpPr>
        <p:spPr>
          <a:xfrm>
            <a:off x="2147316" y="44384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Electrolyte</a:t>
            </a:r>
            <a:endParaRPr lang="en-US" sz="1100" dirty="0"/>
          </a:p>
        </p:txBody>
      </p:sp>
      <p:sp>
        <p:nvSpPr>
          <p:cNvPr id="71" name="text-35">
            <a:extLst>
              <a:ext uri="{FF2B5EF4-FFF2-40B4-BE49-F238E27FC236}">
                <a16:creationId xmlns:a16="http://schemas.microsoft.com/office/drawing/2014/main" id="{47CE1969-58AD-7974-A71B-CB2946C0824E}"/>
              </a:ext>
            </a:extLst>
          </p:cNvPr>
          <p:cNvSpPr txBox="1"/>
          <p:nvPr/>
        </p:nvSpPr>
        <p:spPr>
          <a:xfrm>
            <a:off x="620268" y="51699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Anode (−)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graphite on copper foil</a:t>
            </a:r>
            <a:endParaRPr lang="en-US" sz="1400" dirty="0"/>
          </a:p>
        </p:txBody>
      </p:sp>
      <p:sp>
        <p:nvSpPr>
          <p:cNvPr id="73" name="text-36">
            <a:extLst>
              <a:ext uri="{FF2B5EF4-FFF2-40B4-BE49-F238E27FC236}">
                <a16:creationId xmlns:a16="http://schemas.microsoft.com/office/drawing/2014/main" id="{053C6FDA-BF2E-B2F0-6AA6-FC0EFA163089}"/>
              </a:ext>
            </a:extLst>
          </p:cNvPr>
          <p:cNvSpPr txBox="1"/>
          <p:nvPr/>
        </p:nvSpPr>
        <p:spPr>
          <a:xfrm>
            <a:off x="2220468" y="51699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Separator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porous film, blocks e⁻</a:t>
            </a:r>
            <a:endParaRPr lang="en-US" sz="1400" dirty="0"/>
          </a:p>
        </p:txBody>
      </p:sp>
      <p:sp>
        <p:nvSpPr>
          <p:cNvPr id="75" name="text-37">
            <a:extLst>
              <a:ext uri="{FF2B5EF4-FFF2-40B4-BE49-F238E27FC236}">
                <a16:creationId xmlns:a16="http://schemas.microsoft.com/office/drawing/2014/main" id="{E7293891-576E-FEA3-4F93-C738765A37CA}"/>
              </a:ext>
            </a:extLst>
          </p:cNvPr>
          <p:cNvSpPr txBox="1"/>
          <p:nvPr/>
        </p:nvSpPr>
        <p:spPr>
          <a:xfrm>
            <a:off x="3820668" y="51699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Cathode (+)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LFP on aluminium foil</a:t>
            </a:r>
            <a:endParaRPr lang="en-US" sz="1400" dirty="0"/>
          </a:p>
        </p:txBody>
      </p:sp>
      <p:sp>
        <p:nvSpPr>
          <p:cNvPr id="77" name="text-38">
            <a:extLst>
              <a:ext uri="{FF2B5EF4-FFF2-40B4-BE49-F238E27FC236}">
                <a16:creationId xmlns:a16="http://schemas.microsoft.com/office/drawing/2014/main" id="{FB3BC22A-BD80-ECDA-CF76-9C2FA7919B76}"/>
              </a:ext>
            </a:extLst>
          </p:cNvPr>
          <p:cNvSpPr txBox="1"/>
          <p:nvPr/>
        </p:nvSpPr>
        <p:spPr>
          <a:xfrm>
            <a:off x="483108" y="57825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+mj-lt"/>
              </a:rPr>
              <a:t>Discharge: electrons travel round the wire and turn the motor; Li⁺ ions cross the electrolyte. Charging reverses both process.</a:t>
            </a:r>
            <a:endParaRPr lang="en-US" sz="1600" b="1" dirty="0">
              <a:latin typeface="+mj-lt"/>
            </a:endParaRPr>
          </a:p>
        </p:txBody>
      </p:sp>
      <p:sp>
        <p:nvSpPr>
          <p:cNvPr id="79" name="inlet-39">
            <a:extLst>
              <a:ext uri="{FF2B5EF4-FFF2-40B4-BE49-F238E27FC236}">
                <a16:creationId xmlns:a16="http://schemas.microsoft.com/office/drawing/2014/main" id="{CC103CD2-6722-4D9C-92FF-CB17CF9E0C09}"/>
              </a:ext>
            </a:extLst>
          </p:cNvPr>
          <p:cNvSpPr/>
          <p:nvPr/>
        </p:nvSpPr>
        <p:spPr>
          <a:xfrm>
            <a:off x="7315200" y="1174004"/>
            <a:ext cx="274320" cy="429768"/>
          </a:xfrm>
          <a:prstGeom prst="rect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-40">
            <a:extLst>
              <a:ext uri="{FF2B5EF4-FFF2-40B4-BE49-F238E27FC236}">
                <a16:creationId xmlns:a16="http://schemas.microsoft.com/office/drawing/2014/main" id="{BB21FBB6-6BEF-3237-9CD9-223F03A1B94B}"/>
              </a:ext>
            </a:extLst>
          </p:cNvPr>
          <p:cNvSpPr txBox="1"/>
          <p:nvPr/>
        </p:nvSpPr>
        <p:spPr>
          <a:xfrm>
            <a:off x="7699248" y="1216152"/>
            <a:ext cx="1572768" cy="323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Charger fills the tank</a:t>
            </a:r>
            <a:endParaRPr lang="en-US" sz="1200" dirty="0"/>
          </a:p>
        </p:txBody>
      </p:sp>
      <p:sp>
        <p:nvSpPr>
          <p:cNvPr id="83" name="tank-41">
            <a:extLst>
              <a:ext uri="{FF2B5EF4-FFF2-40B4-BE49-F238E27FC236}">
                <a16:creationId xmlns:a16="http://schemas.microsoft.com/office/drawing/2014/main" id="{5DFB024B-7DE9-8A53-39E0-E6194939F3EC}"/>
              </a:ext>
            </a:extLst>
          </p:cNvPr>
          <p:cNvSpPr/>
          <p:nvPr/>
        </p:nvSpPr>
        <p:spPr>
          <a:xfrm>
            <a:off x="6583680" y="1585484"/>
            <a:ext cx="2103120" cy="3291840"/>
          </a:xfrm>
          <a:prstGeom prst="rect">
            <a:avLst/>
          </a:prstGeom>
          <a:ln w="285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water-42">
            <a:extLst>
              <a:ext uri="{FF2B5EF4-FFF2-40B4-BE49-F238E27FC236}">
                <a16:creationId xmlns:a16="http://schemas.microsoft.com/office/drawing/2014/main" id="{0698EC8A-A08D-5B80-049E-4000E7DCBE8C}"/>
              </a:ext>
            </a:extLst>
          </p:cNvPr>
          <p:cNvSpPr/>
          <p:nvPr/>
        </p:nvSpPr>
        <p:spPr>
          <a:xfrm>
            <a:off x="6611112" y="2362724"/>
            <a:ext cx="2048256" cy="2487168"/>
          </a:xfrm>
          <a:prstGeom prst="rect">
            <a:avLst/>
          </a:prstGeom>
          <a:solidFill>
            <a:schemeClr val="accent1">
              <a:alpha val="4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-43">
            <a:extLst>
              <a:ext uri="{FF2B5EF4-FFF2-40B4-BE49-F238E27FC236}">
                <a16:creationId xmlns:a16="http://schemas.microsoft.com/office/drawing/2014/main" id="{AC288D61-C3CF-E63B-00E3-CE13B60F51E5}"/>
              </a:ext>
            </a:extLst>
          </p:cNvPr>
          <p:cNvSpPr txBox="1"/>
          <p:nvPr/>
        </p:nvSpPr>
        <p:spPr>
          <a:xfrm>
            <a:off x="6629400" y="3185684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Stored water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= ENERGY (kWh)</a:t>
            </a:r>
            <a:endParaRPr lang="en-US" sz="1400" dirty="0"/>
          </a:p>
        </p:txBody>
      </p:sp>
      <p:sp>
        <p:nvSpPr>
          <p:cNvPr id="89" name="height-44">
            <a:extLst>
              <a:ext uri="{FF2B5EF4-FFF2-40B4-BE49-F238E27FC236}">
                <a16:creationId xmlns:a16="http://schemas.microsoft.com/office/drawing/2014/main" id="{F769A445-E6A1-FF1E-685F-7342FD8B04F9}"/>
              </a:ext>
            </a:extLst>
          </p:cNvPr>
          <p:cNvSpPr/>
          <p:nvPr/>
        </p:nvSpPr>
        <p:spPr>
          <a:xfrm>
            <a:off x="8458200" y="2408444"/>
            <a:ext cx="0" cy="24048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-45">
            <a:extLst>
              <a:ext uri="{FF2B5EF4-FFF2-40B4-BE49-F238E27FC236}">
                <a16:creationId xmlns:a16="http://schemas.microsoft.com/office/drawing/2014/main" id="{BFA11EBF-FFB0-02CA-E179-F81049E1386B}"/>
              </a:ext>
            </a:extLst>
          </p:cNvPr>
          <p:cNvSpPr txBox="1"/>
          <p:nvPr/>
        </p:nvSpPr>
        <p:spPr>
          <a:xfrm>
            <a:off x="8869680" y="208840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Water height = VOLTAGE (V)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A taller column pushes harder</a:t>
            </a:r>
            <a:endParaRPr lang="en-US" sz="1400" dirty="0"/>
          </a:p>
        </p:txBody>
      </p:sp>
      <p:sp>
        <p:nvSpPr>
          <p:cNvPr id="93" name="pipe-46">
            <a:extLst>
              <a:ext uri="{FF2B5EF4-FFF2-40B4-BE49-F238E27FC236}">
                <a16:creationId xmlns:a16="http://schemas.microsoft.com/office/drawing/2014/main" id="{4977872B-DCBA-9ECD-1885-1FC16F8DB01A}"/>
              </a:ext>
            </a:extLst>
          </p:cNvPr>
          <p:cNvSpPr/>
          <p:nvPr/>
        </p:nvSpPr>
        <p:spPr>
          <a:xfrm>
            <a:off x="8686800" y="4420124"/>
            <a:ext cx="2103120" cy="292608"/>
          </a:xfrm>
          <a:prstGeom prst="rect">
            <a:avLst/>
          </a:prstGeom>
          <a:solidFill>
            <a:schemeClr val="accent1">
              <a:alpha val="45000"/>
            </a:schemeClr>
          </a:solidFill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ap-47">
            <a:extLst>
              <a:ext uri="{FF2B5EF4-FFF2-40B4-BE49-F238E27FC236}">
                <a16:creationId xmlns:a16="http://schemas.microsoft.com/office/drawing/2014/main" id="{29A99325-CB82-019B-AF36-D4AE003FA853}"/>
              </a:ext>
            </a:extLst>
          </p:cNvPr>
          <p:cNvSpPr/>
          <p:nvPr/>
        </p:nvSpPr>
        <p:spPr>
          <a:xfrm>
            <a:off x="9144000" y="4246388"/>
            <a:ext cx="201168" cy="64008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-48">
            <a:extLst>
              <a:ext uri="{FF2B5EF4-FFF2-40B4-BE49-F238E27FC236}">
                <a16:creationId xmlns:a16="http://schemas.microsoft.com/office/drawing/2014/main" id="{93BA3021-87D8-936B-FAC2-CC36E5657FDD}"/>
              </a:ext>
            </a:extLst>
          </p:cNvPr>
          <p:cNvSpPr txBox="1"/>
          <p:nvPr/>
        </p:nvSpPr>
        <p:spPr>
          <a:xfrm>
            <a:off x="8686800" y="364288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Tap = BMS</a:t>
            </a:r>
          </a:p>
          <a:p>
            <a:pPr marL="0" indent="0" algn="ctr">
              <a:buNone/>
            </a:pPr>
            <a:r>
              <a:rPr lang="en-US" sz="1100" b="1" dirty="0"/>
              <a:t>power limit</a:t>
            </a:r>
          </a:p>
        </p:txBody>
      </p:sp>
      <p:sp>
        <p:nvSpPr>
          <p:cNvPr id="99" name="flow-49">
            <a:extLst>
              <a:ext uri="{FF2B5EF4-FFF2-40B4-BE49-F238E27FC236}">
                <a16:creationId xmlns:a16="http://schemas.microsoft.com/office/drawing/2014/main" id="{0701EB5A-4820-B9BF-B668-8327DBA32CDF}"/>
              </a:ext>
            </a:extLst>
          </p:cNvPr>
          <p:cNvSpPr/>
          <p:nvPr/>
        </p:nvSpPr>
        <p:spPr>
          <a:xfrm>
            <a:off x="9555480" y="4566428"/>
            <a:ext cx="73152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1" name="wheel-50">
            <a:extLst>
              <a:ext uri="{FF2B5EF4-FFF2-40B4-BE49-F238E27FC236}">
                <a16:creationId xmlns:a16="http://schemas.microsoft.com/office/drawing/2014/main" id="{62736FEA-29DB-8029-1EAA-C65BF8B6A8EA}"/>
              </a:ext>
            </a:extLst>
          </p:cNvPr>
          <p:cNvSpPr/>
          <p:nvPr/>
        </p:nvSpPr>
        <p:spPr>
          <a:xfrm>
            <a:off x="10789920" y="4127516"/>
            <a:ext cx="868680" cy="8686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-51">
            <a:extLst>
              <a:ext uri="{FF2B5EF4-FFF2-40B4-BE49-F238E27FC236}">
                <a16:creationId xmlns:a16="http://schemas.microsoft.com/office/drawing/2014/main" id="{03CBBB2B-B1EA-5B75-6147-548CB4213B84}"/>
              </a:ext>
            </a:extLst>
          </p:cNvPr>
          <p:cNvSpPr txBox="1"/>
          <p:nvPr/>
        </p:nvSpPr>
        <p:spPr>
          <a:xfrm>
            <a:off x="10789920" y="4127516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Motor</a:t>
            </a:r>
            <a:endParaRPr lang="en-US" sz="1200" dirty="0"/>
          </a:p>
        </p:txBody>
      </p:sp>
      <p:sp>
        <p:nvSpPr>
          <p:cNvPr id="105" name="text-52">
            <a:extLst>
              <a:ext uri="{FF2B5EF4-FFF2-40B4-BE49-F238E27FC236}">
                <a16:creationId xmlns:a16="http://schemas.microsoft.com/office/drawing/2014/main" id="{F030AED2-3D0E-2B1D-EF25-F4BE47F18B66}"/>
              </a:ext>
            </a:extLst>
          </p:cNvPr>
          <p:cNvSpPr txBox="1"/>
          <p:nvPr/>
        </p:nvSpPr>
        <p:spPr>
          <a:xfrm>
            <a:off x="7748017" y="2413016"/>
            <a:ext cx="444398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Height × flow= POWER (kW</a:t>
            </a:r>
            <a:r>
              <a:rPr lang="en-US" sz="1600" b="1" dirty="0"/>
              <a:t>)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   More height or </a:t>
            </a:r>
            <a:r>
              <a:rPr lang="en-US" sz="1100" dirty="0" err="1">
                <a:solidFill>
                  <a:schemeClr val="tx2"/>
                </a:solidFill>
              </a:rPr>
              <a:t>dia</a:t>
            </a:r>
            <a:r>
              <a:rPr lang="en-US" sz="1100" dirty="0">
                <a:solidFill>
                  <a:schemeClr val="tx2"/>
                </a:solidFill>
              </a:rPr>
              <a:t> of pipe ,more power</a:t>
            </a:r>
          </a:p>
        </p:txBody>
      </p:sp>
      <p:sp>
        <p:nvSpPr>
          <p:cNvPr id="107" name="text-53">
            <a:extLst>
              <a:ext uri="{FF2B5EF4-FFF2-40B4-BE49-F238E27FC236}">
                <a16:creationId xmlns:a16="http://schemas.microsoft.com/office/drawing/2014/main" id="{B6488C01-3CDE-7166-35A9-96088CC26441}"/>
              </a:ext>
            </a:extLst>
          </p:cNvPr>
          <p:cNvSpPr txBox="1"/>
          <p:nvPr/>
        </p:nvSpPr>
        <p:spPr>
          <a:xfrm>
            <a:off x="9098280" y="496876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Flow = CURRENT (A)</a:t>
            </a:r>
            <a:endParaRPr lang="en-US" sz="1300" dirty="0"/>
          </a:p>
        </p:txBody>
      </p:sp>
      <p:sp>
        <p:nvSpPr>
          <p:cNvPr id="109" name="scale-54">
            <a:extLst>
              <a:ext uri="{FF2B5EF4-FFF2-40B4-BE49-F238E27FC236}">
                <a16:creationId xmlns:a16="http://schemas.microsoft.com/office/drawing/2014/main" id="{AF91050E-DBCB-0120-A989-22FF8BBAF2E6}"/>
              </a:ext>
            </a:extLst>
          </p:cNvPr>
          <p:cNvSpPr/>
          <p:nvPr/>
        </p:nvSpPr>
        <p:spPr>
          <a:xfrm>
            <a:off x="6400800" y="4968764"/>
            <a:ext cx="2468880" cy="9144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-55">
            <a:extLst>
              <a:ext uri="{FF2B5EF4-FFF2-40B4-BE49-F238E27FC236}">
                <a16:creationId xmlns:a16="http://schemas.microsoft.com/office/drawing/2014/main" id="{760CC156-EB14-673F-0325-EE47FBEF1C9D}"/>
              </a:ext>
            </a:extLst>
          </p:cNvPr>
          <p:cNvSpPr txBox="1"/>
          <p:nvPr/>
        </p:nvSpPr>
        <p:spPr>
          <a:xfrm>
            <a:off x="6309360" y="51242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Wh/kg = water held ÷ tank weight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LFP cells ≈ 175 · NMC cells ≈ 260 Wh/kg</a:t>
            </a:r>
            <a:endParaRPr lang="en-US" sz="1200" dirty="0"/>
          </a:p>
        </p:txBody>
      </p:sp>
      <p:sp>
        <p:nvSpPr>
          <p:cNvPr id="113" name="text-56">
            <a:extLst>
              <a:ext uri="{FF2B5EF4-FFF2-40B4-BE49-F238E27FC236}">
                <a16:creationId xmlns:a16="http://schemas.microsoft.com/office/drawing/2014/main" id="{93BAA29D-A430-3171-1D15-AC4B5190E581}"/>
              </a:ext>
            </a:extLst>
          </p:cNvPr>
          <p:cNvSpPr txBox="1"/>
          <p:nvPr/>
        </p:nvSpPr>
        <p:spPr>
          <a:xfrm>
            <a:off x="6309360" y="576429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+mj-lt"/>
              </a:rPr>
              <a:t>Bigger tank = more range (kWh). Wider pipe = more power (kW). Same water in a lighter tank = higher Wh/kg. Time to empty = kWh ÷ kW.</a:t>
            </a:r>
            <a:endParaRPr lang="en-US" sz="1600" b="1" dirty="0">
              <a:latin typeface="+mj-lt"/>
            </a:endParaRPr>
          </a:p>
        </p:txBody>
      </p:sp>
      <p:sp>
        <p:nvSpPr>
          <p:cNvPr id="115" name="Title 1">
            <a:extLst>
              <a:ext uri="{FF2B5EF4-FFF2-40B4-BE49-F238E27FC236}">
                <a16:creationId xmlns:a16="http://schemas.microsoft.com/office/drawing/2014/main" id="{CF107013-6585-7E9B-91DD-A66977620611}"/>
              </a:ext>
            </a:extLst>
          </p:cNvPr>
          <p:cNvSpPr txBox="1">
            <a:spLocks/>
          </p:cNvSpPr>
          <p:nvPr/>
        </p:nvSpPr>
        <p:spPr>
          <a:xfrm>
            <a:off x="0" y="109728"/>
            <a:ext cx="6693408" cy="5029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/>
              <a:t>Basics of Electrochemistry &amp; Cell Working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9755364-42E8-2B64-1A3C-472E0902A735}"/>
              </a:ext>
            </a:extLst>
          </p:cNvPr>
          <p:cNvSpPr txBox="1"/>
          <p:nvPr/>
        </p:nvSpPr>
        <p:spPr>
          <a:xfrm>
            <a:off x="8796528" y="2951059"/>
            <a:ext cx="3273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Water Volume = Charge capacity (Ah)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6BEC50B-7865-134F-1D17-BC6A990092D3}"/>
              </a:ext>
            </a:extLst>
          </p:cNvPr>
          <p:cNvSpPr txBox="1"/>
          <p:nvPr/>
        </p:nvSpPr>
        <p:spPr>
          <a:xfrm>
            <a:off x="7978140" y="590788"/>
            <a:ext cx="3739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Hydraulic Analogy for EV cell</a:t>
            </a:r>
          </a:p>
        </p:txBody>
      </p:sp>
    </p:spTree>
    <p:extLst>
      <p:ext uri="{BB962C8B-B14F-4D97-AF65-F5344CB8AC3E}">
        <p14:creationId xmlns:p14="http://schemas.microsoft.com/office/powerpoint/2010/main" val="2079035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9EAE31-9218-DF7F-0ED0-009172E4B29C}"/>
              </a:ext>
            </a:extLst>
          </p:cNvPr>
          <p:cNvSpPr txBox="1"/>
          <p:nvPr/>
        </p:nvSpPr>
        <p:spPr>
          <a:xfrm>
            <a:off x="91440" y="5925312"/>
            <a:ext cx="1044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2"/>
              </a:rPr>
              <a:t>LFP Battery Manufacturing Process: Complete LiFePO4 Production Guide &amp; Quality Control Standards</a:t>
            </a:r>
            <a:endParaRPr lang="en-IN" dirty="0"/>
          </a:p>
        </p:txBody>
      </p:sp>
      <p:sp>
        <p:nvSpPr>
          <p:cNvPr id="4" name="text-1">
            <a:extLst>
              <a:ext uri="{FF2B5EF4-FFF2-40B4-BE49-F238E27FC236}">
                <a16:creationId xmlns:a16="http://schemas.microsoft.com/office/drawing/2014/main" id="{DB47137C-E17C-D8D0-3290-A447C08D0BED}"/>
              </a:ext>
            </a:extLst>
          </p:cNvPr>
          <p:cNvSpPr txBox="1"/>
          <p:nvPr/>
        </p:nvSpPr>
        <p:spPr>
          <a:xfrm>
            <a:off x="271272" y="774825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1. Making the LFP cathode powder</a:t>
            </a:r>
            <a:endParaRPr lang="en-US" sz="1600" dirty="0"/>
          </a:p>
        </p:txBody>
      </p:sp>
      <p:sp>
        <p:nvSpPr>
          <p:cNvPr id="6" name="powder-step-2">
            <a:extLst>
              <a:ext uri="{FF2B5EF4-FFF2-40B4-BE49-F238E27FC236}">
                <a16:creationId xmlns:a16="http://schemas.microsoft.com/office/drawing/2014/main" id="{9308B14E-11FB-4031-B66E-AE06BCC7849B}"/>
              </a:ext>
            </a:extLst>
          </p:cNvPr>
          <p:cNvSpPr/>
          <p:nvPr/>
        </p:nvSpPr>
        <p:spPr>
          <a:xfrm>
            <a:off x="256032" y="1115568"/>
            <a:ext cx="201168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-3">
            <a:extLst>
              <a:ext uri="{FF2B5EF4-FFF2-40B4-BE49-F238E27FC236}">
                <a16:creationId xmlns:a16="http://schemas.microsoft.com/office/drawing/2014/main" id="{7441CA91-6336-AD39-CD96-77BDCED909B2}"/>
              </a:ext>
            </a:extLst>
          </p:cNvPr>
          <p:cNvSpPr txBox="1"/>
          <p:nvPr/>
        </p:nvSpPr>
        <p:spPr>
          <a:xfrm>
            <a:off x="347472" y="1170432"/>
            <a:ext cx="18470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  Raw materials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Iron phosphate (FePO₄) + lithium carbonate + a carbon source</a:t>
            </a:r>
            <a:endParaRPr lang="en-US" sz="1600" dirty="0">
              <a:latin typeface="+mj-lt"/>
            </a:endParaRPr>
          </a:p>
        </p:txBody>
      </p:sp>
      <p:sp>
        <p:nvSpPr>
          <p:cNvPr id="10" name="line-4">
            <a:extLst>
              <a:ext uri="{FF2B5EF4-FFF2-40B4-BE49-F238E27FC236}">
                <a16:creationId xmlns:a16="http://schemas.microsoft.com/office/drawing/2014/main" id="{451C0E18-3C1E-E68A-A6D0-D538C749E924}"/>
              </a:ext>
            </a:extLst>
          </p:cNvPr>
          <p:cNvSpPr/>
          <p:nvPr/>
        </p:nvSpPr>
        <p:spPr>
          <a:xfrm>
            <a:off x="2286000" y="1737360"/>
            <a:ext cx="21031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powder-step-5">
            <a:extLst>
              <a:ext uri="{FF2B5EF4-FFF2-40B4-BE49-F238E27FC236}">
                <a16:creationId xmlns:a16="http://schemas.microsoft.com/office/drawing/2014/main" id="{169B3C20-CD13-30E9-1C45-CBF0B87B3F9E}"/>
              </a:ext>
            </a:extLst>
          </p:cNvPr>
          <p:cNvSpPr/>
          <p:nvPr/>
        </p:nvSpPr>
        <p:spPr>
          <a:xfrm>
            <a:off x="2514600" y="1115568"/>
            <a:ext cx="201168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-6">
            <a:extLst>
              <a:ext uri="{FF2B5EF4-FFF2-40B4-BE49-F238E27FC236}">
                <a16:creationId xmlns:a16="http://schemas.microsoft.com/office/drawing/2014/main" id="{B692C556-AC1E-38A1-72EB-66107C81869C}"/>
              </a:ext>
            </a:extLst>
          </p:cNvPr>
          <p:cNvSpPr txBox="1"/>
          <p:nvPr/>
        </p:nvSpPr>
        <p:spPr>
          <a:xfrm>
            <a:off x="2606040" y="117043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  Wet milling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Mixed in water and ground to sub-micron size in a bead mill</a:t>
            </a:r>
            <a:endParaRPr lang="en-US" sz="1600" dirty="0">
              <a:latin typeface="+mj-lt"/>
            </a:endParaRPr>
          </a:p>
        </p:txBody>
      </p:sp>
      <p:sp>
        <p:nvSpPr>
          <p:cNvPr id="16" name="line-7">
            <a:extLst>
              <a:ext uri="{FF2B5EF4-FFF2-40B4-BE49-F238E27FC236}">
                <a16:creationId xmlns:a16="http://schemas.microsoft.com/office/drawing/2014/main" id="{09B080B3-28E3-3C36-68D4-51EEE756807A}"/>
              </a:ext>
            </a:extLst>
          </p:cNvPr>
          <p:cNvSpPr/>
          <p:nvPr/>
        </p:nvSpPr>
        <p:spPr>
          <a:xfrm>
            <a:off x="4544568" y="1737360"/>
            <a:ext cx="21031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powder-step-8">
            <a:extLst>
              <a:ext uri="{FF2B5EF4-FFF2-40B4-BE49-F238E27FC236}">
                <a16:creationId xmlns:a16="http://schemas.microsoft.com/office/drawing/2014/main" id="{0665AD59-5306-DBD1-C99F-B3ABCBA511C0}"/>
              </a:ext>
            </a:extLst>
          </p:cNvPr>
          <p:cNvSpPr/>
          <p:nvPr/>
        </p:nvSpPr>
        <p:spPr>
          <a:xfrm>
            <a:off x="4773168" y="1115568"/>
            <a:ext cx="201168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-9">
            <a:extLst>
              <a:ext uri="{FF2B5EF4-FFF2-40B4-BE49-F238E27FC236}">
                <a16:creationId xmlns:a16="http://schemas.microsoft.com/office/drawing/2014/main" id="{632321F9-F28B-5E85-95E4-4E49AAE1EC6C}"/>
              </a:ext>
            </a:extLst>
          </p:cNvPr>
          <p:cNvSpPr txBox="1"/>
          <p:nvPr/>
        </p:nvSpPr>
        <p:spPr>
          <a:xfrm>
            <a:off x="4864608" y="117043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  Spray drying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Slurry sprayed into hot air to form small round granules</a:t>
            </a:r>
            <a:endParaRPr lang="en-US" sz="1600" dirty="0">
              <a:latin typeface="+mj-lt"/>
            </a:endParaRPr>
          </a:p>
        </p:txBody>
      </p:sp>
      <p:sp>
        <p:nvSpPr>
          <p:cNvPr id="22" name="line-10">
            <a:extLst>
              <a:ext uri="{FF2B5EF4-FFF2-40B4-BE49-F238E27FC236}">
                <a16:creationId xmlns:a16="http://schemas.microsoft.com/office/drawing/2014/main" id="{F69DD26D-7347-1A87-F269-395D5D967CF1}"/>
              </a:ext>
            </a:extLst>
          </p:cNvPr>
          <p:cNvSpPr/>
          <p:nvPr/>
        </p:nvSpPr>
        <p:spPr>
          <a:xfrm>
            <a:off x="6803136" y="1737360"/>
            <a:ext cx="21031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powder-step-11">
            <a:extLst>
              <a:ext uri="{FF2B5EF4-FFF2-40B4-BE49-F238E27FC236}">
                <a16:creationId xmlns:a16="http://schemas.microsoft.com/office/drawing/2014/main" id="{D7BFBE3A-B33F-E119-C60C-DD5D77A65128}"/>
              </a:ext>
            </a:extLst>
          </p:cNvPr>
          <p:cNvSpPr/>
          <p:nvPr/>
        </p:nvSpPr>
        <p:spPr>
          <a:xfrm>
            <a:off x="7031736" y="1115568"/>
            <a:ext cx="201168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-12">
            <a:extLst>
              <a:ext uri="{FF2B5EF4-FFF2-40B4-BE49-F238E27FC236}">
                <a16:creationId xmlns:a16="http://schemas.microsoft.com/office/drawing/2014/main" id="{41CF2BAF-80D2-88B7-1716-F4062A053B4E}"/>
              </a:ext>
            </a:extLst>
          </p:cNvPr>
          <p:cNvSpPr txBox="1"/>
          <p:nvPr/>
        </p:nvSpPr>
        <p:spPr>
          <a:xfrm>
            <a:off x="7123176" y="1170432"/>
            <a:ext cx="1828800" cy="1294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  Calcination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Kiln at ~700–800 °C in nitrogen: LiFePO₄ forms with a thin carbon coat</a:t>
            </a:r>
            <a:endParaRPr lang="en-US" sz="1600" dirty="0">
              <a:latin typeface="+mj-lt"/>
            </a:endParaRPr>
          </a:p>
        </p:txBody>
      </p:sp>
      <p:sp>
        <p:nvSpPr>
          <p:cNvPr id="28" name="line-13">
            <a:extLst>
              <a:ext uri="{FF2B5EF4-FFF2-40B4-BE49-F238E27FC236}">
                <a16:creationId xmlns:a16="http://schemas.microsoft.com/office/drawing/2014/main" id="{56C1D179-68CC-F916-F28B-17970529915E}"/>
              </a:ext>
            </a:extLst>
          </p:cNvPr>
          <p:cNvSpPr/>
          <p:nvPr/>
        </p:nvSpPr>
        <p:spPr>
          <a:xfrm>
            <a:off x="9061704" y="1737360"/>
            <a:ext cx="21031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powder-step-14">
            <a:extLst>
              <a:ext uri="{FF2B5EF4-FFF2-40B4-BE49-F238E27FC236}">
                <a16:creationId xmlns:a16="http://schemas.microsoft.com/office/drawing/2014/main" id="{4D9C4906-6D1B-773E-282C-4C477C65AFA2}"/>
              </a:ext>
            </a:extLst>
          </p:cNvPr>
          <p:cNvSpPr/>
          <p:nvPr/>
        </p:nvSpPr>
        <p:spPr>
          <a:xfrm>
            <a:off x="9290304" y="1115568"/>
            <a:ext cx="201168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-15">
            <a:extLst>
              <a:ext uri="{FF2B5EF4-FFF2-40B4-BE49-F238E27FC236}">
                <a16:creationId xmlns:a16="http://schemas.microsoft.com/office/drawing/2014/main" id="{725FE5E7-1DB9-C814-3DDB-5C6A3198E433}"/>
              </a:ext>
            </a:extLst>
          </p:cNvPr>
          <p:cNvSpPr txBox="1"/>
          <p:nvPr/>
        </p:nvSpPr>
        <p:spPr>
          <a:xfrm>
            <a:off x="9381744" y="117043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  Finishing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Crush, sieve, remove magnetic iron, pack in dry bags</a:t>
            </a:r>
            <a:endParaRPr lang="en-US" sz="1600" dirty="0">
              <a:latin typeface="+mj-lt"/>
            </a:endParaRPr>
          </a:p>
        </p:txBody>
      </p:sp>
      <p:sp>
        <p:nvSpPr>
          <p:cNvPr id="36" name="text-17">
            <a:extLst>
              <a:ext uri="{FF2B5EF4-FFF2-40B4-BE49-F238E27FC236}">
                <a16:creationId xmlns:a16="http://schemas.microsoft.com/office/drawing/2014/main" id="{DEE80AB8-1F0A-11C4-A094-BD4023173A48}"/>
              </a:ext>
            </a:extLst>
          </p:cNvPr>
          <p:cNvSpPr txBox="1"/>
          <p:nvPr/>
        </p:nvSpPr>
        <p:spPr>
          <a:xfrm>
            <a:off x="256032" y="2834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2. Making the cell: same core steps as every Li-ion cell</a:t>
            </a:r>
            <a:endParaRPr lang="en-US" sz="1600" dirty="0"/>
          </a:p>
        </p:txBody>
      </p:sp>
      <p:sp>
        <p:nvSpPr>
          <p:cNvPr id="40" name="text-19">
            <a:extLst>
              <a:ext uri="{FF2B5EF4-FFF2-40B4-BE49-F238E27FC236}">
                <a16:creationId xmlns:a16="http://schemas.microsoft.com/office/drawing/2014/main" id="{930E9059-8380-85E5-E0DB-57FA7D431A07}"/>
              </a:ext>
            </a:extLst>
          </p:cNvPr>
          <p:cNvSpPr txBox="1"/>
          <p:nvPr/>
        </p:nvSpPr>
        <p:spPr>
          <a:xfrm>
            <a:off x="256032" y="3273552"/>
            <a:ext cx="3520440" cy="4114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Electrode making</a:t>
            </a:r>
            <a:endParaRPr lang="en-US" sz="1400" dirty="0"/>
          </a:p>
        </p:txBody>
      </p:sp>
      <p:sp>
        <p:nvSpPr>
          <p:cNvPr id="42" name="text-20">
            <a:extLst>
              <a:ext uri="{FF2B5EF4-FFF2-40B4-BE49-F238E27FC236}">
                <a16:creationId xmlns:a16="http://schemas.microsoft.com/office/drawing/2014/main" id="{1199410E-07F8-30AA-531F-755266A6BB02}"/>
              </a:ext>
            </a:extLst>
          </p:cNvPr>
          <p:cNvSpPr txBox="1"/>
          <p:nvPr/>
        </p:nvSpPr>
        <p:spPr>
          <a:xfrm>
            <a:off x="301752" y="374904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Mix LFP, carbon and binder into slurry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Coat on aluminium foil, then dry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Press (calender) and slit to width</a:t>
            </a:r>
            <a:endParaRPr lang="en-US" sz="1600" dirty="0"/>
          </a:p>
        </p:txBody>
      </p:sp>
      <p:sp>
        <p:nvSpPr>
          <p:cNvPr id="44" name="watch-21">
            <a:extLst>
              <a:ext uri="{FF2B5EF4-FFF2-40B4-BE49-F238E27FC236}">
                <a16:creationId xmlns:a16="http://schemas.microsoft.com/office/drawing/2014/main" id="{F98AEFFE-8B7A-91CA-7582-780653E7E19C}"/>
              </a:ext>
            </a:extLst>
          </p:cNvPr>
          <p:cNvSpPr/>
          <p:nvPr/>
        </p:nvSpPr>
        <p:spPr>
          <a:xfrm>
            <a:off x="271272" y="4901184"/>
            <a:ext cx="10954512" cy="1024128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-22">
            <a:extLst>
              <a:ext uri="{FF2B5EF4-FFF2-40B4-BE49-F238E27FC236}">
                <a16:creationId xmlns:a16="http://schemas.microsoft.com/office/drawing/2014/main" id="{834AC019-1D67-5F56-3B70-1D7DFA123AA8}"/>
              </a:ext>
            </a:extLst>
          </p:cNvPr>
          <p:cNvSpPr txBox="1"/>
          <p:nvPr/>
        </p:nvSpPr>
        <p:spPr>
          <a:xfrm>
            <a:off x="347472" y="5180077"/>
            <a:ext cx="10396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Fine LFP powder is hard to disperse evenly; mixing quality drives cell-to-cell consistency.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Mostly large prismatic cells (e.g. BYD Blade); moisture must still be kept 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LFP’s flat voltage curve makes faulty cells harder to spot; screening must be precise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8" name="line-23">
            <a:extLst>
              <a:ext uri="{FF2B5EF4-FFF2-40B4-BE49-F238E27FC236}">
                <a16:creationId xmlns:a16="http://schemas.microsoft.com/office/drawing/2014/main" id="{1081FA4D-9EC4-7D62-34F5-F4F552271457}"/>
              </a:ext>
            </a:extLst>
          </p:cNvPr>
          <p:cNvSpPr/>
          <p:nvPr/>
        </p:nvSpPr>
        <p:spPr>
          <a:xfrm>
            <a:off x="3794760" y="3451860"/>
            <a:ext cx="237744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0" name="stage-24">
            <a:extLst>
              <a:ext uri="{FF2B5EF4-FFF2-40B4-BE49-F238E27FC236}">
                <a16:creationId xmlns:a16="http://schemas.microsoft.com/office/drawing/2014/main" id="{ABE313B1-D923-50B4-A7BD-92177763EB5C}"/>
              </a:ext>
            </a:extLst>
          </p:cNvPr>
          <p:cNvSpPr/>
          <p:nvPr/>
        </p:nvSpPr>
        <p:spPr>
          <a:xfrm>
            <a:off x="4050792" y="3246120"/>
            <a:ext cx="3520440" cy="41148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-25">
            <a:extLst>
              <a:ext uri="{FF2B5EF4-FFF2-40B4-BE49-F238E27FC236}">
                <a16:creationId xmlns:a16="http://schemas.microsoft.com/office/drawing/2014/main" id="{AAE493C8-963D-4B81-356A-6B9FB8694DA6}"/>
              </a:ext>
            </a:extLst>
          </p:cNvPr>
          <p:cNvSpPr txBox="1"/>
          <p:nvPr/>
        </p:nvSpPr>
        <p:spPr>
          <a:xfrm>
            <a:off x="4050792" y="3246120"/>
            <a:ext cx="3520440" cy="4114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Cell assembly (dry room)</a:t>
            </a:r>
            <a:endParaRPr lang="en-US" sz="1400" dirty="0"/>
          </a:p>
        </p:txBody>
      </p:sp>
      <p:sp>
        <p:nvSpPr>
          <p:cNvPr id="54" name="text-26">
            <a:extLst>
              <a:ext uri="{FF2B5EF4-FFF2-40B4-BE49-F238E27FC236}">
                <a16:creationId xmlns:a16="http://schemas.microsoft.com/office/drawing/2014/main" id="{00EA15CB-30DE-0642-43FC-4D10D30FD891}"/>
              </a:ext>
            </a:extLst>
          </p:cNvPr>
          <p:cNvSpPr txBox="1"/>
          <p:nvPr/>
        </p:nvSpPr>
        <p:spPr>
          <a:xfrm>
            <a:off x="4096512" y="374904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Stack or wind with separator and graphite anode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Weld tabs, seal in can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Fill with electrolyte</a:t>
            </a:r>
            <a:endParaRPr lang="en-US" sz="1600" dirty="0"/>
          </a:p>
        </p:txBody>
      </p:sp>
      <p:sp>
        <p:nvSpPr>
          <p:cNvPr id="60" name="line-29">
            <a:extLst>
              <a:ext uri="{FF2B5EF4-FFF2-40B4-BE49-F238E27FC236}">
                <a16:creationId xmlns:a16="http://schemas.microsoft.com/office/drawing/2014/main" id="{74010DA2-FFB7-F735-AE3D-AC33F8477893}"/>
              </a:ext>
            </a:extLst>
          </p:cNvPr>
          <p:cNvSpPr/>
          <p:nvPr/>
        </p:nvSpPr>
        <p:spPr>
          <a:xfrm>
            <a:off x="7589520" y="3451860"/>
            <a:ext cx="237744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2" name="stage-30">
            <a:extLst>
              <a:ext uri="{FF2B5EF4-FFF2-40B4-BE49-F238E27FC236}">
                <a16:creationId xmlns:a16="http://schemas.microsoft.com/office/drawing/2014/main" id="{279387BA-9E4C-6844-7381-12EABB0AE088}"/>
              </a:ext>
            </a:extLst>
          </p:cNvPr>
          <p:cNvSpPr/>
          <p:nvPr/>
        </p:nvSpPr>
        <p:spPr>
          <a:xfrm>
            <a:off x="7845552" y="3246120"/>
            <a:ext cx="3520440" cy="41148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-31">
            <a:extLst>
              <a:ext uri="{FF2B5EF4-FFF2-40B4-BE49-F238E27FC236}">
                <a16:creationId xmlns:a16="http://schemas.microsoft.com/office/drawing/2014/main" id="{5AD9A6E3-6DCE-BF02-E7F4-D9CF64A4AE47}"/>
              </a:ext>
            </a:extLst>
          </p:cNvPr>
          <p:cNvSpPr txBox="1"/>
          <p:nvPr/>
        </p:nvSpPr>
        <p:spPr>
          <a:xfrm>
            <a:off x="7845552" y="3246120"/>
            <a:ext cx="3520440" cy="4114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Formation and testing</a:t>
            </a:r>
            <a:endParaRPr lang="en-US" sz="1400" dirty="0"/>
          </a:p>
        </p:txBody>
      </p:sp>
      <p:sp>
        <p:nvSpPr>
          <p:cNvPr id="66" name="text-32">
            <a:extLst>
              <a:ext uri="{FF2B5EF4-FFF2-40B4-BE49-F238E27FC236}">
                <a16:creationId xmlns:a16="http://schemas.microsoft.com/office/drawing/2014/main" id="{C52CBF66-5A28-F387-5F03-4D7D8D409739}"/>
              </a:ext>
            </a:extLst>
          </p:cNvPr>
          <p:cNvSpPr txBox="1"/>
          <p:nvPr/>
        </p:nvSpPr>
        <p:spPr>
          <a:xfrm>
            <a:off x="7891272" y="374904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First slow charges build the SEI layer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Age for days, check self-discharge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Grade by capacity and resistance</a:t>
            </a:r>
            <a:endParaRPr lang="en-US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73F008C-7DAB-C9C7-4CC2-9E25ADE6265A}"/>
              </a:ext>
            </a:extLst>
          </p:cNvPr>
          <p:cNvSpPr txBox="1"/>
          <p:nvPr/>
        </p:nvSpPr>
        <p:spPr>
          <a:xfrm>
            <a:off x="195874" y="173254"/>
            <a:ext cx="11585448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600" b="1" i="0" dirty="0">
                <a:solidFill>
                  <a:srgbClr val="1F4E79"/>
                </a:solidFill>
                <a:latin typeface="+mj-lt"/>
              </a:rPr>
              <a:t>LFP Manufacturing Process Overview</a:t>
            </a:r>
            <a:endParaRPr sz="2600" b="1" i="0" dirty="0">
              <a:solidFill>
                <a:srgbClr val="1F4E7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96900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5DF55F4D-31D5-86C3-3F74-636BD4567FDF}"/>
              </a:ext>
            </a:extLst>
          </p:cNvPr>
          <p:cNvSpPr txBox="1">
            <a:spLocks/>
          </p:cNvSpPr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Smaller BESS units: who sells them, including auto OEMs</a:t>
            </a:r>
            <a:endParaRPr lang="en-US" sz="2200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C532B4F1-0226-EF9D-737D-A937AD55B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66740"/>
              </p:ext>
            </p:extLst>
          </p:nvPr>
        </p:nvGraphicFramePr>
        <p:xfrm>
          <a:off x="365760" y="731520"/>
          <a:ext cx="11540691" cy="5551029"/>
        </p:xfrm>
        <a:graphic>
          <a:graphicData uri="http://schemas.openxmlformats.org/drawingml/2006/table">
            <a:tbl>
              <a:tblPr/>
              <a:tblGrid>
                <a:gridCol w="1938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4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4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1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1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Company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 and size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Price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How it is sold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Ola Electric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Indian 2W EV OEM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Ola Shakti home BESS: 1.5 / 3 / 5.2 / 9.1 kWh (Oct 2025)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₹29,999 - ₹1,59,999 (intro, first 10,000)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 4680 'Bharat' cells; 4,000+ Ola stores; ₹999 reservation; deliveries from Jan 2026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Ola Electric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Indian 2W EV OEM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Shakti Gen2 4.6 / 9.2 kWh; C&amp;I racks 38-257 kWh; Mahashakti 6.26 MWh (Aug 2026)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₹99,999 / ₹1,74,999 (home)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LFP cell-to-pack in-house; app monitoring; MoU with Axis Energy for up to 20 GWh by 2032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Tata AutoComp–Gotion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Auto component JV (Tata group)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BESS packs and containers from 6 GWh Pune plant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Aptos" charset="0"/>
                          <a:ea typeface="Aptos" charset="0"/>
                          <a:cs typeface="Aptos" charset="0"/>
                        </a:rPr>
                        <a:t>-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Captive: supplies group utility Tata Power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Tesla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 EV OEM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Powerwall 13.5 kWh (home); Megapack (utility)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Aptos" charset="0"/>
                          <a:ea typeface="Aptos" charset="0"/>
                          <a:cs typeface="Aptos" charset="0"/>
                        </a:rPr>
                        <a:t>-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 energy business; #1 integrator, 46.7 GWh deployed in 2025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1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General Motors (GM Energy)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 auto OEM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PowerBank 10.6 / 17.7 kWh (stack to 35.4 kWh)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Bundles from US$12,700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Only with EV vehicle-to-home (V2H) bundles, US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1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BYD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 and battery OEM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Cells and storage systems, vertically integrated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Aptos" charset="0"/>
                          <a:ea typeface="Aptos" charset="0"/>
                          <a:cs typeface="Aptos" charset="0"/>
                        </a:rPr>
                        <a:t>-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#1 BESS system shipper in 2025 (Benchmark)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1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 Raja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Indian battery maker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Telecom storage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&gt;1 GWh telecom storage deployed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0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Luminous, Exide, Okaya, Loom Solar, Su-Kam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Indian inverter / battery brands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Home and small-commercial lithium storage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Dealer networks, sold with home inverters and rooftop solar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Ornate Solar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Indian solar company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Unity Aura C&amp;I cabinet 100-225 kWh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to commercial and industrial sites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958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422911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BESS charges from the grid and discharges back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23444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Charging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(midday)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0" y="1234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1828800" y="123444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/ grid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Surplus AC power at 33 kV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47872" y="1668780"/>
            <a:ext cx="31089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86200" y="1234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886200" y="123444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Steps voltage down to ~0.6-0.8 kV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05272" y="1668780"/>
            <a:ext cx="31089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0" y="1234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943600" y="123444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PCS (rectifier)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Converts AC → DC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62672" y="1668780"/>
            <a:ext cx="31089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001000" y="1234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001000" y="123444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Racks + BMS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~1,280 V DC; BMS limits current and voltage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20072" y="1668780"/>
            <a:ext cx="31089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0058400" y="1234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10058400" y="123444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Cells store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Li⁺ moves cathode → graphite anode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237744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Discharging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(evening peak)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0" y="2377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1828800" y="237744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Cells release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Li⁺ moves back to cathode; e⁻ flow out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47872" y="2811780"/>
            <a:ext cx="31089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886200" y="2377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3886200" y="237744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Racks + BMS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out; BMS stops at low SOC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05272" y="2811780"/>
            <a:ext cx="31089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943600" y="2377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5943600" y="237744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PCS (inverter)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Converts DC → AC at 50 Hz, synced to grid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62672" y="2811780"/>
            <a:ext cx="31089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001000" y="2377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8001000" y="237744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Steps voltage up to 11-33 kV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720072" y="2811780"/>
            <a:ext cx="31089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0058400" y="237744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10058400" y="237744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 / DISCOM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reaches homes and industry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365760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Charging vs discharging</a:t>
            </a:r>
            <a:endParaRPr lang="en-US" sz="11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327050"/>
              </p:ext>
            </p:extLst>
          </p:nvPr>
        </p:nvGraphicFramePr>
        <p:xfrm>
          <a:off x="365760" y="3931920"/>
          <a:ext cx="11251933" cy="2542029"/>
        </p:xfrm>
        <a:graphic>
          <a:graphicData uri="http://schemas.openxmlformats.org/drawingml/2006/table">
            <a:tbl>
              <a:tblPr/>
              <a:tblGrid>
                <a:gridCol w="2160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5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5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Item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Charging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Discharging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When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Midday, when solar is surplus and power is cheap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Evening peak after sunset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decides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EMS follows SLDC / DISCOM schedule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EMS follows SLDC / DISCOM schedule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Inside the cell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LiFePO₄ → FePO₄ + Li⁺ + e⁻ ; Li⁺ goes into graphite (LiC₆)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LiC₆ → 6C + Li⁺ + e⁻ ; Li⁺ returns to FePO₄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BMS stops at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Upper voltage limit (~3.65 V per cell) or full SOC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Lower voltage limit (~2.5-2.8 V per cell) or minimum SOC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Example: 1 MW / 2 MWh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Draws ~2.35 MWh over ~2-2.5 hours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Delivers 2 MWh over 2 hours at 1 MW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Losses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~15% lost in PCS, transformer, cells and cooling (tenders require ≥85% round-trip efficiency)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2977</Words>
  <Application>Microsoft Office PowerPoint</Application>
  <PresentationFormat>Widescreen</PresentationFormat>
  <Paragraphs>503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BESS in India: demand, government target and present situation</vt:lpstr>
      <vt:lpstr>Why BESS is required: solar peaks at noon, demand peaks after sunset</vt:lpstr>
      <vt:lpstr>BESS manufacturers: global leaders and Indian capacity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a BESS charges from the grid and discharges 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HO/Singh Ashishpreet, DM(CP-PR1)</dc:creator>
  <cp:lastModifiedBy>HO/Singh Ashishpreet, DM(CP-PR1)</cp:lastModifiedBy>
  <cp:revision>1</cp:revision>
  <dcterms:created xsi:type="dcterms:W3CDTF">2026-10-23T11:55:17Z</dcterms:created>
  <dcterms:modified xsi:type="dcterms:W3CDTF">2026-10-23T13:11:27Z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f2bc035-94f5-49f9-9c20-c5b9a6df9479_Enabled">
    <vt:lpwstr>true</vt:lpwstr>
  </property>
  <property fmtid="{D5CDD505-2E9C-101B-9397-08002B2CF9AE}" pid="3" name="MSIP_Label_bf2bc035-94f5-49f9-9c20-c5b9a6df9479_SetDate">
    <vt:lpwstr>2026-10-23T11:55:21Z</vt:lpwstr>
  </property>
  <property fmtid="{D5CDD505-2E9C-101B-9397-08002B2CF9AE}" pid="4" name="MSIP_Label_bf2bc035-94f5-49f9-9c20-c5b9a6df9479_Method">
    <vt:lpwstr>Privileged</vt:lpwstr>
  </property>
  <property fmtid="{D5CDD505-2E9C-101B-9397-08002B2CF9AE}" pid="5" name="MSIP_Label_bf2bc035-94f5-49f9-9c20-c5b9a6df9479_Name">
    <vt:lpwstr>3-Internal</vt:lpwstr>
  </property>
  <property fmtid="{D5CDD505-2E9C-101B-9397-08002B2CF9AE}" pid="6" name="MSIP_Label_bf2bc035-94f5-49f9-9c20-c5b9a6df9479_SiteId">
    <vt:lpwstr>d78a8218-4135-4026-a3a8-1cdd7223b4d5</vt:lpwstr>
  </property>
  <property fmtid="{D5CDD505-2E9C-101B-9397-08002B2CF9AE}" pid="7" name="MSIP_Label_bf2bc035-94f5-49f9-9c20-c5b9a6df9479_ActionId">
    <vt:lpwstr>d53e4cd2-afc3-4a22-98f2-20f0946cf3f7</vt:lpwstr>
  </property>
  <property fmtid="{D5CDD505-2E9C-101B-9397-08002B2CF9AE}" pid="8" name="MSIP_Label_bf2bc035-94f5-49f9-9c20-c5b9a6df9479_ContentBits">
    <vt:lpwstr>1</vt:lpwstr>
  </property>
  <property fmtid="{D5CDD505-2E9C-101B-9397-08002B2CF9AE}" pid="9" name="MSIP_Label_bf2bc035-94f5-49f9-9c20-c5b9a6df9479_Tag">
    <vt:lpwstr>10, 0, 1, 1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Information Classification: Internal</vt:lpwstr>
  </property>
</Properties>
</file>