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EMs in BESS" id="{a60c95f6-d8ef-2c03-6957-6c16153e44a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6492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Classification: Internal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and two-wheeler OEMs in the BESS business in India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 is the only OEM selling its own BESS products; car makers mostly enter through group companies (Tata, JSW, Mahindra, Hero)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25880"/>
                <a:gridCol w="3337560"/>
                <a:gridCol w="2057400"/>
                <a:gridCol w="16002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OEM / group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 activity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 model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(Oct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Two-wheeler OEMs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Electric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e-2W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Ola Shakti home BESS 1.5-9.1 kWh (₹29,999-₹1,59,999); Gen2 4.6 / 9.2 kWh; C&amp;I racks 38-257 kWh; Mahashakti 6.26 MWh utility block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 2.5 GWh cell plant; MoU with Axis Energy for up to 20 GWh by 2032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 LFP cells and packs; sells through 4,000+ Ola stores and app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Home units delivering since Jan 2026; C&amp;I racks from Mar 2027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Okaya (Okaya EV)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e-2W + batteries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Lithium-ion BESS and EV chargers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&gt;250 MWh BESS deployed (as of 2020); 410 kWh BHEL order (Delhi)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 maker supplying projects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Hero group (Hero Future Energies)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2W group (sister of Hero MotoCorp)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Renewable developer with storage: 500 MW hybrid + 200 MWh BESS (Karnataka); 250 MWh BESS EPC with Replus; Hero Solar won 120 MW SECI round-the-clock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~450 MWh BESS in projects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Developer / IPP; Hero MotoCorp itself has no BESS line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Karnataka project COD Mar 2027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TVS, Bajaj, Ather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e-2W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BESS business found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 on EV sales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Passenger car / auto OEMs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Motors group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4W, CV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Tata AutoComp–Gotion JV builds BESS packs and containers; Agratas runs an LFP pilot line suited to grid storage; Tata Power installs BESS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GWh BESS plant (Pune); Agratas Sanand (NMC early 2027, LFP pilot)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 captive: components → cells → utility projects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Supplying Tata Power projects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JSW MG Motor India (JSW group)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Project Revive: second-life EV battery BESS with LICO, 18 / 100 / 300 kWh models (Jan 2025)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Pilot; group's JSW Energy has a 5 GWh BESS plant and 3.2 GWh BESS locked in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Second-life reuse + group utility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stage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Mahindra group (Mahindra Susten)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4W, tractors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Solar-plus-storage and round-the-clock projects; won 20 MW solar + 28 MWh storage (Andaman, 2017)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BESS named as a future growth area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Developer / IPP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Early stage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Hyundai / Kia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India BESS; 200 kWh second-life pilot with LG Energy Solution in Korea (Sep 2026)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(Korea)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Second-life reuse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 India yet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Maruti Suzuki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4W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BESS business; TDSG JV makes LTO cells for hybrids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–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05332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[1] Outlook Business (Ola Shakti); [2] Upstox (Ola Gen2 portfolio); [3] T&amp;D India (Okaya); [4] PV Tech (Hero Future Energies-Sumitomo); [5] The Machine Maker (Hero-Replus); [6] IEEFA-JMK Sep 2026 (Hero Solar award); [7] Energy-Storage.news (Tata AutoComp-Gotion); [8] Swarajya (Agratas LFP); [9] pv magazine India (JSW MG Project Revive); [10] pv magazine India (JSW Energy); [11] Mahindra Annual Report FY26; [12] Energy-Storage.news (Mahindra Andaman); [13] electrive (Hyundai-LGES); [14] Swarajya (TDSG)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1143000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Outlook Business – Ola launches Ola Shakti residential BESS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https://www.outlookbusiness.com/news/ola-launches-ola-shakti-enters-indias-residential-bess-market-with-4680-bharat-cells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Upstox – Ola Electric unveils home-to-grid storage portfolio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https://upstox.com/news/business-news/latest-updates/ola-electric-unveils-home-to-grid-battery-storage-portforlio-starting-at-99-999/article-198754/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 T&amp;D India – Okaya bags order from BHEL for BESS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https://www.tndindia.com/okaya-bags-order-bhel-battery-energy-storage-system/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 PV Tech – Sumitomo invests in 500 MW / 200 MWh solar-wind-storage project (Oct 2026)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https://www.pv-tech.org/sumitomo-invests-in-500mw-200mwh-solar-wind-storage-project-in-india/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 The Machine Maker – Replus and Hero Future Energies sign 250 MWh BESS EPC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https://themachinemaker.com/news/replus-engitech-and-hero-future-energies-sign-epc-contract-for-250mwh-battery-storage-project/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 IEEFA-JMK – EnergyWatts September 2026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https://ieefa.org/sites/default/files/2026-09/ESSjmk-0926.pdf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 Energy-Storage.news – Tata AutoComp-Gotion JV supplies first BESS units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https://www.energy-storage.news/tata-autocomp-gotion-jv-supplies-first-bess-units-to-tata-power-project-in-pune-india/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 Swarajya – Tata group turns to in-house battery cell technology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https://swarajyamag.com/news-brief/tata-group-turns-to-in-house-battery-cell-technology-as-china-tightens-export-curbs-report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 pv magazine India – JSW MG Motor unveils fourth pilot under Project Revive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https://www.pv-magazine-india.com/press-releases/jsw-mg-motor-india-unveils-its-fourth-pilot-project-under-project-revive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 pv magazine India – JSW Energy secures 200 MW / 400 MWh BESS order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http://www.pv-magazine-india.com/2026/07/13/jsw-energy-secures-200-mw-400-mwh-bess-order-from-bondada-renewable-energy/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 Mahindra &amp; Mahindra – Integrated Annual Report FY2026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https://www.mahindra.com/annual-report-FY2026/35/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 Energy-Storage.news – Mahindra wins India's first large-scale solar-plus-storage auction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https://www.energy-storage.news/tag/mahindra/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 electrive – Hyundai and LGES launch battery storage pilot with repurposed EV batteries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https://www.electrive.com/2026/09/24/hyundai-and-lges-launch-battery-storage-pilot-using-repurposed-ev-batteries/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 Swarajya – Where is India's battery? (TDSG)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38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https://swarajyamag.com/business/where-is-indias-battery-2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595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SS Plain">
  <a:themeElements>
    <a:clrScheme name="BESS Plain">
      <a:dk1>
        <a:srgbClr val="000000"/>
      </a:dk1>
      <a:lt1>
        <a:srgbClr val="FFFFFF"/>
      </a:lt1>
      <a:dk2>
        <a:srgbClr val="1F3864"/>
      </a:dk2>
      <a:lt2>
        <a:srgbClr val="F2F2F2"/>
      </a:lt2>
      <a:accent1>
        <a:srgbClr val="1F4E79"/>
      </a:accent1>
      <a:accent2>
        <a:srgbClr val="D9E2F3"/>
      </a:accent2>
      <a:accent3>
        <a:srgbClr val="7F7F7F"/>
      </a:accent3>
      <a:accent4>
        <a:srgbClr val="C00000"/>
      </a:accent4>
      <a:accent5>
        <a:srgbClr val="BDD7EE"/>
      </a:accent5>
      <a:accent6>
        <a:srgbClr val="595959"/>
      </a:accent6>
      <a:hlink>
        <a:srgbClr val="1F4E79"/>
      </a:hlink>
      <a:folHlink>
        <a:srgbClr val="595959"/>
      </a:folHlink>
    </a:clrScheme>
    <a:fontScheme name="BESS Plain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2026-10-23T13:11:59Z</dcterms:created>
  <dcterms:modified xsi:type="dcterms:W3CDTF">2026-10-23T13:11:59Z</dcterms:modified>
</cp:coreProperties>
</file>